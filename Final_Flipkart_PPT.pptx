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CF9F20-4C3B-D854-055F-2A25809846C6}" v="77" dt="2026-04-03T09:18:58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C6AEF6-EC14-4C51-B4D0-D94FA09310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38275B5-5B48-4865-B273-F44B2AD60F93}">
      <dgm:prSet/>
      <dgm:spPr/>
      <dgm:t>
        <a:bodyPr/>
        <a:lstStyle/>
        <a:p>
          <a:r>
            <a:rPr lang="en-US"/>
            <a:t>SQL &amp; Power BI Project</a:t>
          </a:r>
        </a:p>
      </dgm:t>
    </dgm:pt>
    <dgm:pt modelId="{57969F3F-5F63-43F1-A6E4-B235BBD94C3F}" type="parTrans" cxnId="{570E1567-612D-4CEC-9F4A-88C9E851195A}">
      <dgm:prSet/>
      <dgm:spPr/>
      <dgm:t>
        <a:bodyPr/>
        <a:lstStyle/>
        <a:p>
          <a:endParaRPr lang="en-US"/>
        </a:p>
      </dgm:t>
    </dgm:pt>
    <dgm:pt modelId="{0779B9B3-8BF8-461E-9C4E-D291F69783BE}" type="sibTrans" cxnId="{570E1567-612D-4CEC-9F4A-88C9E851195A}">
      <dgm:prSet/>
      <dgm:spPr/>
      <dgm:t>
        <a:bodyPr/>
        <a:lstStyle/>
        <a:p>
          <a:endParaRPr lang="en-US"/>
        </a:p>
      </dgm:t>
    </dgm:pt>
    <dgm:pt modelId="{28E477AE-2B5C-4C48-A699-543043BECE40}">
      <dgm:prSet/>
      <dgm:spPr/>
      <dgm:t>
        <a:bodyPr/>
        <a:lstStyle/>
        <a:p>
          <a:r>
            <a:rPr lang="en-US"/>
            <a:t>Presented by: Bogireddy Nithin Kumar Reddy</a:t>
          </a:r>
        </a:p>
      </dgm:t>
    </dgm:pt>
    <dgm:pt modelId="{183BF454-55E2-49F7-8F58-16A43E251F02}" type="parTrans" cxnId="{262E2CD3-07A6-4E0F-B760-546B9C4A6619}">
      <dgm:prSet/>
      <dgm:spPr/>
      <dgm:t>
        <a:bodyPr/>
        <a:lstStyle/>
        <a:p>
          <a:endParaRPr lang="en-US"/>
        </a:p>
      </dgm:t>
    </dgm:pt>
    <dgm:pt modelId="{83FCF154-E156-4250-9594-346BDF61C954}" type="sibTrans" cxnId="{262E2CD3-07A6-4E0F-B760-546B9C4A6619}">
      <dgm:prSet/>
      <dgm:spPr/>
      <dgm:t>
        <a:bodyPr/>
        <a:lstStyle/>
        <a:p>
          <a:endParaRPr lang="en-US"/>
        </a:p>
      </dgm:t>
    </dgm:pt>
    <dgm:pt modelId="{7E25360E-AA31-47A2-9125-DF20CC96A4EE}" type="pres">
      <dgm:prSet presAssocID="{D8C6AEF6-EC14-4C51-B4D0-D94FA093102F}" presName="root" presStyleCnt="0">
        <dgm:presLayoutVars>
          <dgm:dir/>
          <dgm:resizeHandles val="exact"/>
        </dgm:presLayoutVars>
      </dgm:prSet>
      <dgm:spPr/>
    </dgm:pt>
    <dgm:pt modelId="{FAD5B8E3-45BA-4FBB-8615-B2DA2AE52E49}" type="pres">
      <dgm:prSet presAssocID="{738275B5-5B48-4865-B273-F44B2AD60F93}" presName="compNode" presStyleCnt="0"/>
      <dgm:spPr/>
    </dgm:pt>
    <dgm:pt modelId="{FB424AFE-32CE-45D8-AFD5-DE8FC87178D9}" type="pres">
      <dgm:prSet presAssocID="{738275B5-5B48-4865-B273-F44B2AD60F9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55B3BB-7479-4C6A-8857-CE6D5C866B78}" type="pres">
      <dgm:prSet presAssocID="{738275B5-5B48-4865-B273-F44B2AD60F93}" presName="spaceRect" presStyleCnt="0"/>
      <dgm:spPr/>
    </dgm:pt>
    <dgm:pt modelId="{1D4B6B71-B88D-4496-9BA0-86521C3C5055}" type="pres">
      <dgm:prSet presAssocID="{738275B5-5B48-4865-B273-F44B2AD60F93}" presName="textRect" presStyleLbl="revTx" presStyleIdx="0" presStyleCnt="2">
        <dgm:presLayoutVars>
          <dgm:chMax val="1"/>
          <dgm:chPref val="1"/>
        </dgm:presLayoutVars>
      </dgm:prSet>
      <dgm:spPr/>
    </dgm:pt>
    <dgm:pt modelId="{2ECFB409-76C1-4439-880B-D7D141EECA99}" type="pres">
      <dgm:prSet presAssocID="{0779B9B3-8BF8-461E-9C4E-D291F69783BE}" presName="sibTrans" presStyleCnt="0"/>
      <dgm:spPr/>
    </dgm:pt>
    <dgm:pt modelId="{15AAA5FA-7259-4102-955C-20035F4357A8}" type="pres">
      <dgm:prSet presAssocID="{28E477AE-2B5C-4C48-A699-543043BECE40}" presName="compNode" presStyleCnt="0"/>
      <dgm:spPr/>
    </dgm:pt>
    <dgm:pt modelId="{C66130E8-5C7C-4CB1-9892-E539A596DC41}" type="pres">
      <dgm:prSet presAssocID="{28E477AE-2B5C-4C48-A699-543043BECE4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62F3C02B-2391-4945-9C69-D8162C206CCD}" type="pres">
      <dgm:prSet presAssocID="{28E477AE-2B5C-4C48-A699-543043BECE40}" presName="spaceRect" presStyleCnt="0"/>
      <dgm:spPr/>
    </dgm:pt>
    <dgm:pt modelId="{A0117DBF-E381-498C-BA0F-445E32E6A52B}" type="pres">
      <dgm:prSet presAssocID="{28E477AE-2B5C-4C48-A699-543043BECE4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70E1567-612D-4CEC-9F4A-88C9E851195A}" srcId="{D8C6AEF6-EC14-4C51-B4D0-D94FA093102F}" destId="{738275B5-5B48-4865-B273-F44B2AD60F93}" srcOrd="0" destOrd="0" parTransId="{57969F3F-5F63-43F1-A6E4-B235BBD94C3F}" sibTransId="{0779B9B3-8BF8-461E-9C4E-D291F69783BE}"/>
    <dgm:cxn modelId="{24DA8249-001C-44B6-B243-76876300AA2B}" type="presOf" srcId="{D8C6AEF6-EC14-4C51-B4D0-D94FA093102F}" destId="{7E25360E-AA31-47A2-9125-DF20CC96A4EE}" srcOrd="0" destOrd="0" presId="urn:microsoft.com/office/officeart/2018/2/layout/IconLabelList"/>
    <dgm:cxn modelId="{E988998C-CB15-4082-93B9-C9DFF0F47142}" type="presOf" srcId="{28E477AE-2B5C-4C48-A699-543043BECE40}" destId="{A0117DBF-E381-498C-BA0F-445E32E6A52B}" srcOrd="0" destOrd="0" presId="urn:microsoft.com/office/officeart/2018/2/layout/IconLabelList"/>
    <dgm:cxn modelId="{5601E7C8-9353-412D-8C4D-C3981C438CDA}" type="presOf" srcId="{738275B5-5B48-4865-B273-F44B2AD60F93}" destId="{1D4B6B71-B88D-4496-9BA0-86521C3C5055}" srcOrd="0" destOrd="0" presId="urn:microsoft.com/office/officeart/2018/2/layout/IconLabelList"/>
    <dgm:cxn modelId="{262E2CD3-07A6-4E0F-B760-546B9C4A6619}" srcId="{D8C6AEF6-EC14-4C51-B4D0-D94FA093102F}" destId="{28E477AE-2B5C-4C48-A699-543043BECE40}" srcOrd="1" destOrd="0" parTransId="{183BF454-55E2-49F7-8F58-16A43E251F02}" sibTransId="{83FCF154-E156-4250-9594-346BDF61C954}"/>
    <dgm:cxn modelId="{B0B110E6-3AA6-42B3-B66E-0873C4232A17}" type="presParOf" srcId="{7E25360E-AA31-47A2-9125-DF20CC96A4EE}" destId="{FAD5B8E3-45BA-4FBB-8615-B2DA2AE52E49}" srcOrd="0" destOrd="0" presId="urn:microsoft.com/office/officeart/2018/2/layout/IconLabelList"/>
    <dgm:cxn modelId="{AE7BA2FA-9607-4771-BDEB-3B726DA0603A}" type="presParOf" srcId="{FAD5B8E3-45BA-4FBB-8615-B2DA2AE52E49}" destId="{FB424AFE-32CE-45D8-AFD5-DE8FC87178D9}" srcOrd="0" destOrd="0" presId="urn:microsoft.com/office/officeart/2018/2/layout/IconLabelList"/>
    <dgm:cxn modelId="{1B69F281-6B66-4FAA-B3C3-2CB49A52E92E}" type="presParOf" srcId="{FAD5B8E3-45BA-4FBB-8615-B2DA2AE52E49}" destId="{D055B3BB-7479-4C6A-8857-CE6D5C866B78}" srcOrd="1" destOrd="0" presId="urn:microsoft.com/office/officeart/2018/2/layout/IconLabelList"/>
    <dgm:cxn modelId="{B5442207-38FE-4A6C-A64A-A3E05687D4CC}" type="presParOf" srcId="{FAD5B8E3-45BA-4FBB-8615-B2DA2AE52E49}" destId="{1D4B6B71-B88D-4496-9BA0-86521C3C5055}" srcOrd="2" destOrd="0" presId="urn:microsoft.com/office/officeart/2018/2/layout/IconLabelList"/>
    <dgm:cxn modelId="{C6D4CE89-9056-418F-863C-F9BE5ADFAB33}" type="presParOf" srcId="{7E25360E-AA31-47A2-9125-DF20CC96A4EE}" destId="{2ECFB409-76C1-4439-880B-D7D141EECA99}" srcOrd="1" destOrd="0" presId="urn:microsoft.com/office/officeart/2018/2/layout/IconLabelList"/>
    <dgm:cxn modelId="{0677B79D-281E-4392-ABFE-8D5B0514F81B}" type="presParOf" srcId="{7E25360E-AA31-47A2-9125-DF20CC96A4EE}" destId="{15AAA5FA-7259-4102-955C-20035F4357A8}" srcOrd="2" destOrd="0" presId="urn:microsoft.com/office/officeart/2018/2/layout/IconLabelList"/>
    <dgm:cxn modelId="{5D9CCD94-64DB-4C1F-BD2A-28AC0B37FBD2}" type="presParOf" srcId="{15AAA5FA-7259-4102-955C-20035F4357A8}" destId="{C66130E8-5C7C-4CB1-9892-E539A596DC41}" srcOrd="0" destOrd="0" presId="urn:microsoft.com/office/officeart/2018/2/layout/IconLabelList"/>
    <dgm:cxn modelId="{CACA0B34-2C02-4CAD-9C59-B8859426222C}" type="presParOf" srcId="{15AAA5FA-7259-4102-955C-20035F4357A8}" destId="{62F3C02B-2391-4945-9C69-D8162C206CCD}" srcOrd="1" destOrd="0" presId="urn:microsoft.com/office/officeart/2018/2/layout/IconLabelList"/>
    <dgm:cxn modelId="{5FC47A4F-DA94-413E-833F-07268781F588}" type="presParOf" srcId="{15AAA5FA-7259-4102-955C-20035F4357A8}" destId="{A0117DBF-E381-498C-BA0F-445E32E6A52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5068BD-36E4-46D1-90A1-2F9511C0608C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78D9535-DC30-439B-8AD8-FEB1567315A2}">
      <dgm:prSet/>
      <dgm:spPr/>
      <dgm:t>
        <a:bodyPr/>
        <a:lstStyle/>
        <a:p>
          <a:r>
            <a:rPr lang="en-US"/>
            <a:t>Analyze logistics performance</a:t>
          </a:r>
        </a:p>
      </dgm:t>
    </dgm:pt>
    <dgm:pt modelId="{A1351560-8185-46AA-B314-BFBEBDFC1E69}" type="parTrans" cxnId="{16730B7E-9780-474F-A1A8-96A6DDACB939}">
      <dgm:prSet/>
      <dgm:spPr/>
      <dgm:t>
        <a:bodyPr/>
        <a:lstStyle/>
        <a:p>
          <a:endParaRPr lang="en-US"/>
        </a:p>
      </dgm:t>
    </dgm:pt>
    <dgm:pt modelId="{FBDF8AE5-8C07-4A96-8338-8AE6A588C44B}" type="sibTrans" cxnId="{16730B7E-9780-474F-A1A8-96A6DDACB939}">
      <dgm:prSet/>
      <dgm:spPr/>
      <dgm:t>
        <a:bodyPr/>
        <a:lstStyle/>
        <a:p>
          <a:endParaRPr lang="en-US"/>
        </a:p>
      </dgm:t>
    </dgm:pt>
    <dgm:pt modelId="{AB20FB14-48D2-4E57-903F-C0D5076CAD05}">
      <dgm:prSet/>
      <dgm:spPr/>
      <dgm:t>
        <a:bodyPr/>
        <a:lstStyle/>
        <a:p>
          <a:r>
            <a:rPr lang="en-US"/>
            <a:t>Identify delays</a:t>
          </a:r>
        </a:p>
      </dgm:t>
    </dgm:pt>
    <dgm:pt modelId="{4F68246E-952A-4419-B407-0BB84FB835A3}" type="parTrans" cxnId="{1E512A7F-7EE4-40DA-B543-415FE110BFF4}">
      <dgm:prSet/>
      <dgm:spPr/>
      <dgm:t>
        <a:bodyPr/>
        <a:lstStyle/>
        <a:p>
          <a:endParaRPr lang="en-US"/>
        </a:p>
      </dgm:t>
    </dgm:pt>
    <dgm:pt modelId="{90C5CF6D-5EBA-45BD-9F53-81947BA5EB61}" type="sibTrans" cxnId="{1E512A7F-7EE4-40DA-B543-415FE110BFF4}">
      <dgm:prSet/>
      <dgm:spPr/>
      <dgm:t>
        <a:bodyPr/>
        <a:lstStyle/>
        <a:p>
          <a:endParaRPr lang="en-US"/>
        </a:p>
      </dgm:t>
    </dgm:pt>
    <dgm:pt modelId="{FC4FE161-8BA0-4CA3-B8B5-B4CC90E860F7}">
      <dgm:prSet/>
      <dgm:spPr/>
      <dgm:t>
        <a:bodyPr/>
        <a:lstStyle/>
        <a:p>
          <a:r>
            <a:rPr lang="en-US"/>
            <a:t>Optimize routes and warehouses</a:t>
          </a:r>
        </a:p>
      </dgm:t>
    </dgm:pt>
    <dgm:pt modelId="{D63070F8-AEAC-4E89-8D3A-B0B905AFA37C}" type="parTrans" cxnId="{D2F11BE8-11C8-4E80-8D76-DAA92253D6BE}">
      <dgm:prSet/>
      <dgm:spPr/>
      <dgm:t>
        <a:bodyPr/>
        <a:lstStyle/>
        <a:p>
          <a:endParaRPr lang="en-US"/>
        </a:p>
      </dgm:t>
    </dgm:pt>
    <dgm:pt modelId="{88D8387F-D4AA-4738-8E4C-33D8B69AE0CF}" type="sibTrans" cxnId="{D2F11BE8-11C8-4E80-8D76-DAA92253D6BE}">
      <dgm:prSet/>
      <dgm:spPr/>
      <dgm:t>
        <a:bodyPr/>
        <a:lstStyle/>
        <a:p>
          <a:endParaRPr lang="en-US"/>
        </a:p>
      </dgm:t>
    </dgm:pt>
    <dgm:pt modelId="{C161CD64-5E2A-4F64-AD63-06B792E34BEF}" type="pres">
      <dgm:prSet presAssocID="{235068BD-36E4-46D1-90A1-2F9511C0608C}" presName="Name0" presStyleCnt="0">
        <dgm:presLayoutVars>
          <dgm:dir/>
          <dgm:resizeHandles val="exact"/>
        </dgm:presLayoutVars>
      </dgm:prSet>
      <dgm:spPr/>
    </dgm:pt>
    <dgm:pt modelId="{BD350DA4-5B86-4F96-B05A-51E4C833AC87}" type="pres">
      <dgm:prSet presAssocID="{578D9535-DC30-439B-8AD8-FEB1567315A2}" presName="node" presStyleLbl="node1" presStyleIdx="0" presStyleCnt="3">
        <dgm:presLayoutVars>
          <dgm:bulletEnabled val="1"/>
        </dgm:presLayoutVars>
      </dgm:prSet>
      <dgm:spPr/>
    </dgm:pt>
    <dgm:pt modelId="{4F12FEEB-A7AC-4C42-9FE8-EE7C8263C9FD}" type="pres">
      <dgm:prSet presAssocID="{FBDF8AE5-8C07-4A96-8338-8AE6A588C44B}" presName="sibTrans" presStyleLbl="sibTrans1D1" presStyleIdx="0" presStyleCnt="2"/>
      <dgm:spPr/>
    </dgm:pt>
    <dgm:pt modelId="{D6584ACF-3AC2-4F5F-B842-78F19FA75E3B}" type="pres">
      <dgm:prSet presAssocID="{FBDF8AE5-8C07-4A96-8338-8AE6A588C44B}" presName="connectorText" presStyleLbl="sibTrans1D1" presStyleIdx="0" presStyleCnt="2"/>
      <dgm:spPr/>
    </dgm:pt>
    <dgm:pt modelId="{FCD5EA25-0354-4BCE-AD13-B8D3F8993A36}" type="pres">
      <dgm:prSet presAssocID="{AB20FB14-48D2-4E57-903F-C0D5076CAD05}" presName="node" presStyleLbl="node1" presStyleIdx="1" presStyleCnt="3">
        <dgm:presLayoutVars>
          <dgm:bulletEnabled val="1"/>
        </dgm:presLayoutVars>
      </dgm:prSet>
      <dgm:spPr/>
    </dgm:pt>
    <dgm:pt modelId="{90E827A1-CA86-4BED-A32A-84959AA2AB37}" type="pres">
      <dgm:prSet presAssocID="{90C5CF6D-5EBA-45BD-9F53-81947BA5EB61}" presName="sibTrans" presStyleLbl="sibTrans1D1" presStyleIdx="1" presStyleCnt="2"/>
      <dgm:spPr/>
    </dgm:pt>
    <dgm:pt modelId="{8AAC663C-0518-4C42-93A9-AF6263EC1A41}" type="pres">
      <dgm:prSet presAssocID="{90C5CF6D-5EBA-45BD-9F53-81947BA5EB61}" presName="connectorText" presStyleLbl="sibTrans1D1" presStyleIdx="1" presStyleCnt="2"/>
      <dgm:spPr/>
    </dgm:pt>
    <dgm:pt modelId="{069B19D4-01B6-4AC9-8F92-813AD1405620}" type="pres">
      <dgm:prSet presAssocID="{FC4FE161-8BA0-4CA3-B8B5-B4CC90E860F7}" presName="node" presStyleLbl="node1" presStyleIdx="2" presStyleCnt="3">
        <dgm:presLayoutVars>
          <dgm:bulletEnabled val="1"/>
        </dgm:presLayoutVars>
      </dgm:prSet>
      <dgm:spPr/>
    </dgm:pt>
  </dgm:ptLst>
  <dgm:cxnLst>
    <dgm:cxn modelId="{4087BC0A-75B7-4887-84E0-27C98C386BAD}" type="presOf" srcId="{FC4FE161-8BA0-4CA3-B8B5-B4CC90E860F7}" destId="{069B19D4-01B6-4AC9-8F92-813AD1405620}" srcOrd="0" destOrd="0" presId="urn:microsoft.com/office/officeart/2016/7/layout/RepeatingBendingProcessNew"/>
    <dgm:cxn modelId="{C7B6302C-0F4B-4AD3-BB0D-B7FE7EDBEB91}" type="presOf" srcId="{90C5CF6D-5EBA-45BD-9F53-81947BA5EB61}" destId="{8AAC663C-0518-4C42-93A9-AF6263EC1A41}" srcOrd="1" destOrd="0" presId="urn:microsoft.com/office/officeart/2016/7/layout/RepeatingBendingProcessNew"/>
    <dgm:cxn modelId="{07E9C848-2421-43BD-B514-0A3EEF734229}" type="presOf" srcId="{235068BD-36E4-46D1-90A1-2F9511C0608C}" destId="{C161CD64-5E2A-4F64-AD63-06B792E34BEF}" srcOrd="0" destOrd="0" presId="urn:microsoft.com/office/officeart/2016/7/layout/RepeatingBendingProcessNew"/>
    <dgm:cxn modelId="{DBE1397A-76EA-41FE-AF42-73CEC14F61B1}" type="presOf" srcId="{90C5CF6D-5EBA-45BD-9F53-81947BA5EB61}" destId="{90E827A1-CA86-4BED-A32A-84959AA2AB37}" srcOrd="0" destOrd="0" presId="urn:microsoft.com/office/officeart/2016/7/layout/RepeatingBendingProcessNew"/>
    <dgm:cxn modelId="{16730B7E-9780-474F-A1A8-96A6DDACB939}" srcId="{235068BD-36E4-46D1-90A1-2F9511C0608C}" destId="{578D9535-DC30-439B-8AD8-FEB1567315A2}" srcOrd="0" destOrd="0" parTransId="{A1351560-8185-46AA-B314-BFBEBDFC1E69}" sibTransId="{FBDF8AE5-8C07-4A96-8338-8AE6A588C44B}"/>
    <dgm:cxn modelId="{1E512A7F-7EE4-40DA-B543-415FE110BFF4}" srcId="{235068BD-36E4-46D1-90A1-2F9511C0608C}" destId="{AB20FB14-48D2-4E57-903F-C0D5076CAD05}" srcOrd="1" destOrd="0" parTransId="{4F68246E-952A-4419-B407-0BB84FB835A3}" sibTransId="{90C5CF6D-5EBA-45BD-9F53-81947BA5EB61}"/>
    <dgm:cxn modelId="{42A9EFD9-E3C6-46D3-9FD6-A123E7F3D98D}" type="presOf" srcId="{FBDF8AE5-8C07-4A96-8338-8AE6A588C44B}" destId="{4F12FEEB-A7AC-4C42-9FE8-EE7C8263C9FD}" srcOrd="0" destOrd="0" presId="urn:microsoft.com/office/officeart/2016/7/layout/RepeatingBendingProcessNew"/>
    <dgm:cxn modelId="{7E2C9FE0-00C4-4E15-A376-46BC899F1A17}" type="presOf" srcId="{FBDF8AE5-8C07-4A96-8338-8AE6A588C44B}" destId="{D6584ACF-3AC2-4F5F-B842-78F19FA75E3B}" srcOrd="1" destOrd="0" presId="urn:microsoft.com/office/officeart/2016/7/layout/RepeatingBendingProcessNew"/>
    <dgm:cxn modelId="{F748D6E5-72F0-4E79-A7EC-665B91CBC1E5}" type="presOf" srcId="{578D9535-DC30-439B-8AD8-FEB1567315A2}" destId="{BD350DA4-5B86-4F96-B05A-51E4C833AC87}" srcOrd="0" destOrd="0" presId="urn:microsoft.com/office/officeart/2016/7/layout/RepeatingBendingProcessNew"/>
    <dgm:cxn modelId="{D2F11BE8-11C8-4E80-8D76-DAA92253D6BE}" srcId="{235068BD-36E4-46D1-90A1-2F9511C0608C}" destId="{FC4FE161-8BA0-4CA3-B8B5-B4CC90E860F7}" srcOrd="2" destOrd="0" parTransId="{D63070F8-AEAC-4E89-8D3A-B0B905AFA37C}" sibTransId="{88D8387F-D4AA-4738-8E4C-33D8B69AE0CF}"/>
    <dgm:cxn modelId="{2F8038FF-8921-4AE9-978F-505603966C65}" type="presOf" srcId="{AB20FB14-48D2-4E57-903F-C0D5076CAD05}" destId="{FCD5EA25-0354-4BCE-AD13-B8D3F8993A36}" srcOrd="0" destOrd="0" presId="urn:microsoft.com/office/officeart/2016/7/layout/RepeatingBendingProcessNew"/>
    <dgm:cxn modelId="{CCB3B7F7-92EF-4399-BEC1-23B6C1965793}" type="presParOf" srcId="{C161CD64-5E2A-4F64-AD63-06B792E34BEF}" destId="{BD350DA4-5B86-4F96-B05A-51E4C833AC87}" srcOrd="0" destOrd="0" presId="urn:microsoft.com/office/officeart/2016/7/layout/RepeatingBendingProcessNew"/>
    <dgm:cxn modelId="{55A2F0C0-EBF7-4FAB-B8E7-BE9F1A55E2D8}" type="presParOf" srcId="{C161CD64-5E2A-4F64-AD63-06B792E34BEF}" destId="{4F12FEEB-A7AC-4C42-9FE8-EE7C8263C9FD}" srcOrd="1" destOrd="0" presId="urn:microsoft.com/office/officeart/2016/7/layout/RepeatingBendingProcessNew"/>
    <dgm:cxn modelId="{1CF3A7BE-68FD-4CA2-989D-44B66A3FF984}" type="presParOf" srcId="{4F12FEEB-A7AC-4C42-9FE8-EE7C8263C9FD}" destId="{D6584ACF-3AC2-4F5F-B842-78F19FA75E3B}" srcOrd="0" destOrd="0" presId="urn:microsoft.com/office/officeart/2016/7/layout/RepeatingBendingProcessNew"/>
    <dgm:cxn modelId="{C837BA56-5020-41BF-9D2D-985106F5C363}" type="presParOf" srcId="{C161CD64-5E2A-4F64-AD63-06B792E34BEF}" destId="{FCD5EA25-0354-4BCE-AD13-B8D3F8993A36}" srcOrd="2" destOrd="0" presId="urn:microsoft.com/office/officeart/2016/7/layout/RepeatingBendingProcessNew"/>
    <dgm:cxn modelId="{AA348D1D-DD0C-4128-9C17-73B7CF6CE2C3}" type="presParOf" srcId="{C161CD64-5E2A-4F64-AD63-06B792E34BEF}" destId="{90E827A1-CA86-4BED-A32A-84959AA2AB37}" srcOrd="3" destOrd="0" presId="urn:microsoft.com/office/officeart/2016/7/layout/RepeatingBendingProcessNew"/>
    <dgm:cxn modelId="{2DBC4111-D2AE-47D2-A155-656022B94CAE}" type="presParOf" srcId="{90E827A1-CA86-4BED-A32A-84959AA2AB37}" destId="{8AAC663C-0518-4C42-93A9-AF6263EC1A41}" srcOrd="0" destOrd="0" presId="urn:microsoft.com/office/officeart/2016/7/layout/RepeatingBendingProcessNew"/>
    <dgm:cxn modelId="{0C2196A0-BFE0-40A2-B7DB-A8B646EA2FB4}" type="presParOf" srcId="{C161CD64-5E2A-4F64-AD63-06B792E34BEF}" destId="{069B19D4-01B6-4AC9-8F92-813AD1405620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E617A9-4BB1-4832-AC30-DD3545F2CF5F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29DD45-E269-407C-93F7-B5A3F43CF654}">
      <dgm:prSet/>
      <dgm:spPr/>
      <dgm:t>
        <a:bodyPr/>
        <a:lstStyle/>
        <a:p>
          <a:r>
            <a:rPr lang="en-US"/>
            <a:t>Improve</a:t>
          </a:r>
        </a:p>
      </dgm:t>
    </dgm:pt>
    <dgm:pt modelId="{C11AA60A-6193-45F9-BE88-C456CE574DBC}" type="parTrans" cxnId="{55979769-627D-4545-802D-A803B88C5645}">
      <dgm:prSet/>
      <dgm:spPr/>
      <dgm:t>
        <a:bodyPr/>
        <a:lstStyle/>
        <a:p>
          <a:endParaRPr lang="en-US"/>
        </a:p>
      </dgm:t>
    </dgm:pt>
    <dgm:pt modelId="{75144037-B905-4287-A8F0-E6F116A59409}" type="sibTrans" cxnId="{55979769-627D-4545-802D-A803B88C5645}">
      <dgm:prSet/>
      <dgm:spPr/>
      <dgm:t>
        <a:bodyPr/>
        <a:lstStyle/>
        <a:p>
          <a:endParaRPr lang="en-US"/>
        </a:p>
      </dgm:t>
    </dgm:pt>
    <dgm:pt modelId="{CFF58EA1-DC38-46A6-93F1-F44F42230572}">
      <dgm:prSet/>
      <dgm:spPr/>
      <dgm:t>
        <a:bodyPr/>
        <a:lstStyle/>
        <a:p>
          <a:r>
            <a:rPr lang="en-US"/>
            <a:t>Improve delivery efficiency</a:t>
          </a:r>
        </a:p>
      </dgm:t>
    </dgm:pt>
    <dgm:pt modelId="{336BBAA7-8AE3-42D5-8CA0-DE5BC4153E16}" type="parTrans" cxnId="{92690B22-8BBA-4DED-91F4-0FB09B5C6208}">
      <dgm:prSet/>
      <dgm:spPr/>
      <dgm:t>
        <a:bodyPr/>
        <a:lstStyle/>
        <a:p>
          <a:endParaRPr lang="en-US"/>
        </a:p>
      </dgm:t>
    </dgm:pt>
    <dgm:pt modelId="{33379A70-9F22-4CF5-8B74-C8EB47ACE6AA}" type="sibTrans" cxnId="{92690B22-8BBA-4DED-91F4-0FB09B5C6208}">
      <dgm:prSet/>
      <dgm:spPr/>
      <dgm:t>
        <a:bodyPr/>
        <a:lstStyle/>
        <a:p>
          <a:endParaRPr lang="en-US"/>
        </a:p>
      </dgm:t>
    </dgm:pt>
    <dgm:pt modelId="{9B23038F-502D-42EF-B7C9-93BF7AF149EA}">
      <dgm:prSet/>
      <dgm:spPr/>
      <dgm:t>
        <a:bodyPr/>
        <a:lstStyle/>
        <a:p>
          <a:r>
            <a:rPr lang="en-US"/>
            <a:t>Reduce</a:t>
          </a:r>
        </a:p>
      </dgm:t>
    </dgm:pt>
    <dgm:pt modelId="{1B023625-47B0-468F-B44A-1C6BB5EA140C}" type="parTrans" cxnId="{04608B90-3880-4266-AEF8-68BE14CD662C}">
      <dgm:prSet/>
      <dgm:spPr/>
      <dgm:t>
        <a:bodyPr/>
        <a:lstStyle/>
        <a:p>
          <a:endParaRPr lang="en-US"/>
        </a:p>
      </dgm:t>
    </dgm:pt>
    <dgm:pt modelId="{A0F83756-278D-4506-8DE5-733B7669B2CD}" type="sibTrans" cxnId="{04608B90-3880-4266-AEF8-68BE14CD662C}">
      <dgm:prSet/>
      <dgm:spPr/>
      <dgm:t>
        <a:bodyPr/>
        <a:lstStyle/>
        <a:p>
          <a:endParaRPr lang="en-US"/>
        </a:p>
      </dgm:t>
    </dgm:pt>
    <dgm:pt modelId="{D4F5F858-3184-496F-B83F-BBEB477CF5EC}">
      <dgm:prSet/>
      <dgm:spPr/>
      <dgm:t>
        <a:bodyPr/>
        <a:lstStyle/>
        <a:p>
          <a:r>
            <a:rPr lang="en-US"/>
            <a:t>Reduce delays</a:t>
          </a:r>
        </a:p>
      </dgm:t>
    </dgm:pt>
    <dgm:pt modelId="{B20E4CEE-C298-4E9C-887D-F400A678ACB1}" type="parTrans" cxnId="{C4EB8651-E986-42DA-BD4C-2984BA28174E}">
      <dgm:prSet/>
      <dgm:spPr/>
      <dgm:t>
        <a:bodyPr/>
        <a:lstStyle/>
        <a:p>
          <a:endParaRPr lang="en-US"/>
        </a:p>
      </dgm:t>
    </dgm:pt>
    <dgm:pt modelId="{269C1C3E-4566-444A-8A6E-DE25B0C978FD}" type="sibTrans" cxnId="{C4EB8651-E986-42DA-BD4C-2984BA28174E}">
      <dgm:prSet/>
      <dgm:spPr/>
      <dgm:t>
        <a:bodyPr/>
        <a:lstStyle/>
        <a:p>
          <a:endParaRPr lang="en-US"/>
        </a:p>
      </dgm:t>
    </dgm:pt>
    <dgm:pt modelId="{531E3AF6-802C-4E2A-BD1E-28EA401C746F}">
      <dgm:prSet/>
      <dgm:spPr/>
      <dgm:t>
        <a:bodyPr/>
        <a:lstStyle/>
        <a:p>
          <a:r>
            <a:rPr lang="en-US"/>
            <a:t>Analyze</a:t>
          </a:r>
        </a:p>
      </dgm:t>
    </dgm:pt>
    <dgm:pt modelId="{05D1713C-D250-4A94-A319-543282F1790C}" type="parTrans" cxnId="{F0A73DA4-22A7-4A9D-97DD-EC97376C5D5E}">
      <dgm:prSet/>
      <dgm:spPr/>
      <dgm:t>
        <a:bodyPr/>
        <a:lstStyle/>
        <a:p>
          <a:endParaRPr lang="en-US"/>
        </a:p>
      </dgm:t>
    </dgm:pt>
    <dgm:pt modelId="{0231E009-AEC5-4A31-B68F-0BC57923FA6D}" type="sibTrans" cxnId="{F0A73DA4-22A7-4A9D-97DD-EC97376C5D5E}">
      <dgm:prSet/>
      <dgm:spPr/>
      <dgm:t>
        <a:bodyPr/>
        <a:lstStyle/>
        <a:p>
          <a:endParaRPr lang="en-US"/>
        </a:p>
      </dgm:t>
    </dgm:pt>
    <dgm:pt modelId="{F1CA918B-FCE3-478A-B213-FD8C7F40366C}">
      <dgm:prSet/>
      <dgm:spPr/>
      <dgm:t>
        <a:bodyPr/>
        <a:lstStyle/>
        <a:p>
          <a:r>
            <a:rPr lang="en-US"/>
            <a:t>Analyze agent and warehouse performance</a:t>
          </a:r>
        </a:p>
      </dgm:t>
    </dgm:pt>
    <dgm:pt modelId="{7D259CF5-3291-4B5C-9B88-36C526673C18}" type="parTrans" cxnId="{6191A44A-07C0-46EF-8E52-73247E122F93}">
      <dgm:prSet/>
      <dgm:spPr/>
      <dgm:t>
        <a:bodyPr/>
        <a:lstStyle/>
        <a:p>
          <a:endParaRPr lang="en-US"/>
        </a:p>
      </dgm:t>
    </dgm:pt>
    <dgm:pt modelId="{5FDBCECF-9E76-4EF5-B1AF-01EA291285FA}" type="sibTrans" cxnId="{6191A44A-07C0-46EF-8E52-73247E122F93}">
      <dgm:prSet/>
      <dgm:spPr/>
      <dgm:t>
        <a:bodyPr/>
        <a:lstStyle/>
        <a:p>
          <a:endParaRPr lang="en-US"/>
        </a:p>
      </dgm:t>
    </dgm:pt>
    <dgm:pt modelId="{A466288C-80C0-4B4A-AAD8-5762C5BCB902}" type="pres">
      <dgm:prSet presAssocID="{DBE617A9-4BB1-4832-AC30-DD3545F2CF5F}" presName="Name0" presStyleCnt="0">
        <dgm:presLayoutVars>
          <dgm:dir/>
          <dgm:animLvl val="lvl"/>
          <dgm:resizeHandles val="exact"/>
        </dgm:presLayoutVars>
      </dgm:prSet>
      <dgm:spPr/>
    </dgm:pt>
    <dgm:pt modelId="{DB9A27DD-DBFD-48F0-B3E9-C0F966B2B2B1}" type="pres">
      <dgm:prSet presAssocID="{3729DD45-E269-407C-93F7-B5A3F43CF654}" presName="linNode" presStyleCnt="0"/>
      <dgm:spPr/>
    </dgm:pt>
    <dgm:pt modelId="{A56751A7-D118-46AB-B1D6-8B1F875960F1}" type="pres">
      <dgm:prSet presAssocID="{3729DD45-E269-407C-93F7-B5A3F43CF654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6F0B164B-6887-4C56-B090-A4BDE5156672}" type="pres">
      <dgm:prSet presAssocID="{3729DD45-E269-407C-93F7-B5A3F43CF654}" presName="descendantText" presStyleLbl="alignNode1" presStyleIdx="0" presStyleCnt="3">
        <dgm:presLayoutVars>
          <dgm:bulletEnabled/>
        </dgm:presLayoutVars>
      </dgm:prSet>
      <dgm:spPr/>
    </dgm:pt>
    <dgm:pt modelId="{6D457A4F-5B00-453F-A989-1C6616466653}" type="pres">
      <dgm:prSet presAssocID="{75144037-B905-4287-A8F0-E6F116A59409}" presName="sp" presStyleCnt="0"/>
      <dgm:spPr/>
    </dgm:pt>
    <dgm:pt modelId="{D1585182-A533-4066-987F-F00C3B241CE3}" type="pres">
      <dgm:prSet presAssocID="{9B23038F-502D-42EF-B7C9-93BF7AF149EA}" presName="linNode" presStyleCnt="0"/>
      <dgm:spPr/>
    </dgm:pt>
    <dgm:pt modelId="{D4552CE4-4BCA-4D39-A399-FE5EAF76D919}" type="pres">
      <dgm:prSet presAssocID="{9B23038F-502D-42EF-B7C9-93BF7AF149EA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4FD96069-280A-4948-BB1F-E14C6F19365E}" type="pres">
      <dgm:prSet presAssocID="{9B23038F-502D-42EF-B7C9-93BF7AF149EA}" presName="descendantText" presStyleLbl="alignNode1" presStyleIdx="1" presStyleCnt="3">
        <dgm:presLayoutVars>
          <dgm:bulletEnabled/>
        </dgm:presLayoutVars>
      </dgm:prSet>
      <dgm:spPr/>
    </dgm:pt>
    <dgm:pt modelId="{23F2BA4B-81CA-449D-9022-FBAF615F711B}" type="pres">
      <dgm:prSet presAssocID="{A0F83756-278D-4506-8DE5-733B7669B2CD}" presName="sp" presStyleCnt="0"/>
      <dgm:spPr/>
    </dgm:pt>
    <dgm:pt modelId="{642485B9-8B14-49CD-96EB-1E983E25CD12}" type="pres">
      <dgm:prSet presAssocID="{531E3AF6-802C-4E2A-BD1E-28EA401C746F}" presName="linNode" presStyleCnt="0"/>
      <dgm:spPr/>
    </dgm:pt>
    <dgm:pt modelId="{B3BC318F-50C8-4339-B265-6105972D88B6}" type="pres">
      <dgm:prSet presAssocID="{531E3AF6-802C-4E2A-BD1E-28EA401C746F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2BE2E480-5FBA-4EA7-B126-F5E6CD4AA55D}" type="pres">
      <dgm:prSet presAssocID="{531E3AF6-802C-4E2A-BD1E-28EA401C746F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92690B22-8BBA-4DED-91F4-0FB09B5C6208}" srcId="{3729DD45-E269-407C-93F7-B5A3F43CF654}" destId="{CFF58EA1-DC38-46A6-93F1-F44F42230572}" srcOrd="0" destOrd="0" parTransId="{336BBAA7-8AE3-42D5-8CA0-DE5BC4153E16}" sibTransId="{33379A70-9F22-4CF5-8B74-C8EB47ACE6AA}"/>
    <dgm:cxn modelId="{8C79D323-C984-48E7-A6B3-F1B6A6BECEBB}" type="presOf" srcId="{3729DD45-E269-407C-93F7-B5A3F43CF654}" destId="{A56751A7-D118-46AB-B1D6-8B1F875960F1}" srcOrd="0" destOrd="0" presId="urn:microsoft.com/office/officeart/2016/7/layout/VerticalHollowActionList"/>
    <dgm:cxn modelId="{55979769-627D-4545-802D-A803B88C5645}" srcId="{DBE617A9-4BB1-4832-AC30-DD3545F2CF5F}" destId="{3729DD45-E269-407C-93F7-B5A3F43CF654}" srcOrd="0" destOrd="0" parTransId="{C11AA60A-6193-45F9-BE88-C456CE574DBC}" sibTransId="{75144037-B905-4287-A8F0-E6F116A59409}"/>
    <dgm:cxn modelId="{68989F69-3026-4A97-BBC8-AB393E53E9F3}" type="presOf" srcId="{531E3AF6-802C-4E2A-BD1E-28EA401C746F}" destId="{B3BC318F-50C8-4339-B265-6105972D88B6}" srcOrd="0" destOrd="0" presId="urn:microsoft.com/office/officeart/2016/7/layout/VerticalHollowActionList"/>
    <dgm:cxn modelId="{6191A44A-07C0-46EF-8E52-73247E122F93}" srcId="{531E3AF6-802C-4E2A-BD1E-28EA401C746F}" destId="{F1CA918B-FCE3-478A-B213-FD8C7F40366C}" srcOrd="0" destOrd="0" parTransId="{7D259CF5-3291-4B5C-9B88-36C526673C18}" sibTransId="{5FDBCECF-9E76-4EF5-B1AF-01EA291285FA}"/>
    <dgm:cxn modelId="{6186806D-6949-4F69-9837-5F8E8A2F4417}" type="presOf" srcId="{D4F5F858-3184-496F-B83F-BBEB477CF5EC}" destId="{4FD96069-280A-4948-BB1F-E14C6F19365E}" srcOrd="0" destOrd="0" presId="urn:microsoft.com/office/officeart/2016/7/layout/VerticalHollowActionList"/>
    <dgm:cxn modelId="{C4EB8651-E986-42DA-BD4C-2984BA28174E}" srcId="{9B23038F-502D-42EF-B7C9-93BF7AF149EA}" destId="{D4F5F858-3184-496F-B83F-BBEB477CF5EC}" srcOrd="0" destOrd="0" parTransId="{B20E4CEE-C298-4E9C-887D-F400A678ACB1}" sibTransId="{269C1C3E-4566-444A-8A6E-DE25B0C978FD}"/>
    <dgm:cxn modelId="{F4B8DD7E-280F-4BD1-BE47-3B00DF9B1095}" type="presOf" srcId="{DBE617A9-4BB1-4832-AC30-DD3545F2CF5F}" destId="{A466288C-80C0-4B4A-AAD8-5762C5BCB902}" srcOrd="0" destOrd="0" presId="urn:microsoft.com/office/officeart/2016/7/layout/VerticalHollowActionList"/>
    <dgm:cxn modelId="{04608B90-3880-4266-AEF8-68BE14CD662C}" srcId="{DBE617A9-4BB1-4832-AC30-DD3545F2CF5F}" destId="{9B23038F-502D-42EF-B7C9-93BF7AF149EA}" srcOrd="1" destOrd="0" parTransId="{1B023625-47B0-468F-B44A-1C6BB5EA140C}" sibTransId="{A0F83756-278D-4506-8DE5-733B7669B2CD}"/>
    <dgm:cxn modelId="{F0A73DA4-22A7-4A9D-97DD-EC97376C5D5E}" srcId="{DBE617A9-4BB1-4832-AC30-DD3545F2CF5F}" destId="{531E3AF6-802C-4E2A-BD1E-28EA401C746F}" srcOrd="2" destOrd="0" parTransId="{05D1713C-D250-4A94-A319-543282F1790C}" sibTransId="{0231E009-AEC5-4A31-B68F-0BC57923FA6D}"/>
    <dgm:cxn modelId="{050D27B5-9704-4D82-B5BC-74EDD5FA959C}" type="presOf" srcId="{CFF58EA1-DC38-46A6-93F1-F44F42230572}" destId="{6F0B164B-6887-4C56-B090-A4BDE5156672}" srcOrd="0" destOrd="0" presId="urn:microsoft.com/office/officeart/2016/7/layout/VerticalHollowActionList"/>
    <dgm:cxn modelId="{554170B7-A9D5-4323-8B3C-61C9BF2F832C}" type="presOf" srcId="{F1CA918B-FCE3-478A-B213-FD8C7F40366C}" destId="{2BE2E480-5FBA-4EA7-B126-F5E6CD4AA55D}" srcOrd="0" destOrd="0" presId="urn:microsoft.com/office/officeart/2016/7/layout/VerticalHollowActionList"/>
    <dgm:cxn modelId="{CC4BE0E6-3D5B-4120-8074-C278A203C9A5}" type="presOf" srcId="{9B23038F-502D-42EF-B7C9-93BF7AF149EA}" destId="{D4552CE4-4BCA-4D39-A399-FE5EAF76D919}" srcOrd="0" destOrd="0" presId="urn:microsoft.com/office/officeart/2016/7/layout/VerticalHollowActionList"/>
    <dgm:cxn modelId="{ED298ECF-EA20-4CB7-B114-71A16C998002}" type="presParOf" srcId="{A466288C-80C0-4B4A-AAD8-5762C5BCB902}" destId="{DB9A27DD-DBFD-48F0-B3E9-C0F966B2B2B1}" srcOrd="0" destOrd="0" presId="urn:microsoft.com/office/officeart/2016/7/layout/VerticalHollowActionList"/>
    <dgm:cxn modelId="{5D857C0E-CA36-4F7A-A58A-63C7194B41B0}" type="presParOf" srcId="{DB9A27DD-DBFD-48F0-B3E9-C0F966B2B2B1}" destId="{A56751A7-D118-46AB-B1D6-8B1F875960F1}" srcOrd="0" destOrd="0" presId="urn:microsoft.com/office/officeart/2016/7/layout/VerticalHollowActionList"/>
    <dgm:cxn modelId="{17FEE9B4-616B-435F-A51F-8C29644D0CB5}" type="presParOf" srcId="{DB9A27DD-DBFD-48F0-B3E9-C0F966B2B2B1}" destId="{6F0B164B-6887-4C56-B090-A4BDE5156672}" srcOrd="1" destOrd="0" presId="urn:microsoft.com/office/officeart/2016/7/layout/VerticalHollowActionList"/>
    <dgm:cxn modelId="{0FD6DE2C-676C-46DB-A484-FFD59F7F2648}" type="presParOf" srcId="{A466288C-80C0-4B4A-AAD8-5762C5BCB902}" destId="{6D457A4F-5B00-453F-A989-1C6616466653}" srcOrd="1" destOrd="0" presId="urn:microsoft.com/office/officeart/2016/7/layout/VerticalHollowActionList"/>
    <dgm:cxn modelId="{9DC6A603-7600-483D-8480-EA22757D6D7E}" type="presParOf" srcId="{A466288C-80C0-4B4A-AAD8-5762C5BCB902}" destId="{D1585182-A533-4066-987F-F00C3B241CE3}" srcOrd="2" destOrd="0" presId="urn:microsoft.com/office/officeart/2016/7/layout/VerticalHollowActionList"/>
    <dgm:cxn modelId="{EF4BAAF8-E945-4AFB-9D01-2894A9415B18}" type="presParOf" srcId="{D1585182-A533-4066-987F-F00C3B241CE3}" destId="{D4552CE4-4BCA-4D39-A399-FE5EAF76D919}" srcOrd="0" destOrd="0" presId="urn:microsoft.com/office/officeart/2016/7/layout/VerticalHollowActionList"/>
    <dgm:cxn modelId="{89DD4CCE-D492-4F38-A745-4DC38D2217FF}" type="presParOf" srcId="{D1585182-A533-4066-987F-F00C3B241CE3}" destId="{4FD96069-280A-4948-BB1F-E14C6F19365E}" srcOrd="1" destOrd="0" presId="urn:microsoft.com/office/officeart/2016/7/layout/VerticalHollowActionList"/>
    <dgm:cxn modelId="{28F57C87-AEF7-4820-ABF6-440C14463588}" type="presParOf" srcId="{A466288C-80C0-4B4A-AAD8-5762C5BCB902}" destId="{23F2BA4B-81CA-449D-9022-FBAF615F711B}" srcOrd="3" destOrd="0" presId="urn:microsoft.com/office/officeart/2016/7/layout/VerticalHollowActionList"/>
    <dgm:cxn modelId="{1E347BFB-A254-43B1-B811-B1C7445C89D7}" type="presParOf" srcId="{A466288C-80C0-4B4A-AAD8-5762C5BCB902}" destId="{642485B9-8B14-49CD-96EB-1E983E25CD12}" srcOrd="4" destOrd="0" presId="urn:microsoft.com/office/officeart/2016/7/layout/VerticalHollowActionList"/>
    <dgm:cxn modelId="{50772CE8-9849-43D5-89A2-E7819A2960F0}" type="presParOf" srcId="{642485B9-8B14-49CD-96EB-1E983E25CD12}" destId="{B3BC318F-50C8-4339-B265-6105972D88B6}" srcOrd="0" destOrd="0" presId="urn:microsoft.com/office/officeart/2016/7/layout/VerticalHollowActionList"/>
    <dgm:cxn modelId="{57BC92A8-56FF-41B5-ACEB-815EF21DD15B}" type="presParOf" srcId="{642485B9-8B14-49CD-96EB-1E983E25CD12}" destId="{2BE2E480-5FBA-4EA7-B126-F5E6CD4AA55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42142C-A64B-4E89-8E07-BAA7A19525C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678E1D-68A4-4078-B7EB-5E28286D7672}">
      <dgm:prSet/>
      <dgm:spPr/>
      <dgm:t>
        <a:bodyPr/>
        <a:lstStyle/>
        <a:p>
          <a:r>
            <a:rPr lang="en-US"/>
            <a:t>Orders </a:t>
          </a:r>
        </a:p>
      </dgm:t>
    </dgm:pt>
    <dgm:pt modelId="{968C6FD8-2C17-452D-A0B2-8BDFB9495E3D}" type="parTrans" cxnId="{EE56F169-34E3-49E0-841E-5ECB717F028A}">
      <dgm:prSet/>
      <dgm:spPr/>
      <dgm:t>
        <a:bodyPr/>
        <a:lstStyle/>
        <a:p>
          <a:endParaRPr lang="en-US"/>
        </a:p>
      </dgm:t>
    </dgm:pt>
    <dgm:pt modelId="{E8928642-E2E9-446F-B10A-C90E9DD52828}" type="sibTrans" cxnId="{EE56F169-34E3-49E0-841E-5ECB717F028A}">
      <dgm:prSet/>
      <dgm:spPr/>
      <dgm:t>
        <a:bodyPr/>
        <a:lstStyle/>
        <a:p>
          <a:endParaRPr lang="en-US"/>
        </a:p>
      </dgm:t>
    </dgm:pt>
    <dgm:pt modelId="{BCD32F21-9F7A-49DC-9D94-E6BBAFEA36F8}">
      <dgm:prSet/>
      <dgm:spPr/>
      <dgm:t>
        <a:bodyPr/>
        <a:lstStyle/>
        <a:p>
          <a:r>
            <a:rPr lang="en-US"/>
            <a:t>Routes</a:t>
          </a:r>
        </a:p>
      </dgm:t>
    </dgm:pt>
    <dgm:pt modelId="{8F024AE3-6D3A-44BE-9041-69540BEC8771}" type="parTrans" cxnId="{D7214766-4CA6-401C-9869-F6DC07A35CAA}">
      <dgm:prSet/>
      <dgm:spPr/>
      <dgm:t>
        <a:bodyPr/>
        <a:lstStyle/>
        <a:p>
          <a:endParaRPr lang="en-US"/>
        </a:p>
      </dgm:t>
    </dgm:pt>
    <dgm:pt modelId="{896F7080-F677-48B0-891B-249CBCC6A7BC}" type="sibTrans" cxnId="{D7214766-4CA6-401C-9869-F6DC07A35CAA}">
      <dgm:prSet/>
      <dgm:spPr/>
      <dgm:t>
        <a:bodyPr/>
        <a:lstStyle/>
        <a:p>
          <a:endParaRPr lang="en-US"/>
        </a:p>
      </dgm:t>
    </dgm:pt>
    <dgm:pt modelId="{2FF14948-87DB-42CD-8E1A-FAA98658CCD9}">
      <dgm:prSet/>
      <dgm:spPr/>
      <dgm:t>
        <a:bodyPr/>
        <a:lstStyle/>
        <a:p>
          <a:r>
            <a:rPr lang="en-US"/>
            <a:t>Warehouses</a:t>
          </a:r>
        </a:p>
      </dgm:t>
    </dgm:pt>
    <dgm:pt modelId="{6AE87E86-B21D-4727-A616-A9F747CB85EC}" type="parTrans" cxnId="{C8992E0D-D1CC-4AB4-8FA1-F32E3B4CC97B}">
      <dgm:prSet/>
      <dgm:spPr/>
      <dgm:t>
        <a:bodyPr/>
        <a:lstStyle/>
        <a:p>
          <a:endParaRPr lang="en-US"/>
        </a:p>
      </dgm:t>
    </dgm:pt>
    <dgm:pt modelId="{760B8048-588F-4555-B245-B72BE4E66DC2}" type="sibTrans" cxnId="{C8992E0D-D1CC-4AB4-8FA1-F32E3B4CC97B}">
      <dgm:prSet/>
      <dgm:spPr/>
      <dgm:t>
        <a:bodyPr/>
        <a:lstStyle/>
        <a:p>
          <a:endParaRPr lang="en-US"/>
        </a:p>
      </dgm:t>
    </dgm:pt>
    <dgm:pt modelId="{23C6F29B-5748-4F0C-9C21-E3CE3A59F9C3}">
      <dgm:prSet/>
      <dgm:spPr/>
      <dgm:t>
        <a:bodyPr/>
        <a:lstStyle/>
        <a:p>
          <a:r>
            <a:rPr lang="en-US"/>
            <a:t>Delivery Agents</a:t>
          </a:r>
        </a:p>
      </dgm:t>
    </dgm:pt>
    <dgm:pt modelId="{75AB4075-9E56-4E08-B08F-1CBC9E173E67}" type="parTrans" cxnId="{C6A051F1-D94F-480A-9452-DCDB50791317}">
      <dgm:prSet/>
      <dgm:spPr/>
      <dgm:t>
        <a:bodyPr/>
        <a:lstStyle/>
        <a:p>
          <a:endParaRPr lang="en-US"/>
        </a:p>
      </dgm:t>
    </dgm:pt>
    <dgm:pt modelId="{F8A288EC-B5EB-4967-A177-0F51E4DF5D16}" type="sibTrans" cxnId="{C6A051F1-D94F-480A-9452-DCDB50791317}">
      <dgm:prSet/>
      <dgm:spPr/>
      <dgm:t>
        <a:bodyPr/>
        <a:lstStyle/>
        <a:p>
          <a:endParaRPr lang="en-US"/>
        </a:p>
      </dgm:t>
    </dgm:pt>
    <dgm:pt modelId="{C7A1912B-966E-40E0-96D7-E495842F5EAE}">
      <dgm:prSet/>
      <dgm:spPr/>
      <dgm:t>
        <a:bodyPr/>
        <a:lstStyle/>
        <a:p>
          <a:r>
            <a:rPr lang="en-US"/>
            <a:t>Shipment Tracking</a:t>
          </a:r>
        </a:p>
      </dgm:t>
    </dgm:pt>
    <dgm:pt modelId="{6E04CF2E-5B10-4C8F-A880-C0D7419A1840}" type="parTrans" cxnId="{C396F9A0-C656-4519-A602-5AAA1CC319BE}">
      <dgm:prSet/>
      <dgm:spPr/>
      <dgm:t>
        <a:bodyPr/>
        <a:lstStyle/>
        <a:p>
          <a:endParaRPr lang="en-US"/>
        </a:p>
      </dgm:t>
    </dgm:pt>
    <dgm:pt modelId="{07908C83-23AD-41B3-B3E5-B6367608702A}" type="sibTrans" cxnId="{C396F9A0-C656-4519-A602-5AAA1CC319BE}">
      <dgm:prSet/>
      <dgm:spPr/>
      <dgm:t>
        <a:bodyPr/>
        <a:lstStyle/>
        <a:p>
          <a:endParaRPr lang="en-US"/>
        </a:p>
      </dgm:t>
    </dgm:pt>
    <dgm:pt modelId="{8F1993F6-D94B-42CD-8274-83E8B3117E4E}" type="pres">
      <dgm:prSet presAssocID="{1542142C-A64B-4E89-8E07-BAA7A19525C2}" presName="linear" presStyleCnt="0">
        <dgm:presLayoutVars>
          <dgm:animLvl val="lvl"/>
          <dgm:resizeHandles val="exact"/>
        </dgm:presLayoutVars>
      </dgm:prSet>
      <dgm:spPr/>
    </dgm:pt>
    <dgm:pt modelId="{752B0B54-70B5-4E46-ABE8-C8DD6B799808}" type="pres">
      <dgm:prSet presAssocID="{15678E1D-68A4-4078-B7EB-5E28286D767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4A86E3-2FEC-40AB-A1D7-C3CFCBE18B42}" type="pres">
      <dgm:prSet presAssocID="{E8928642-E2E9-446F-B10A-C90E9DD52828}" presName="spacer" presStyleCnt="0"/>
      <dgm:spPr/>
    </dgm:pt>
    <dgm:pt modelId="{DE70C7FD-5FFB-4DF3-866F-901B59C8ED82}" type="pres">
      <dgm:prSet presAssocID="{BCD32F21-9F7A-49DC-9D94-E6BBAFEA36F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C35D73B-E508-4D74-915D-FBC953AD9CBB}" type="pres">
      <dgm:prSet presAssocID="{896F7080-F677-48B0-891B-249CBCC6A7BC}" presName="spacer" presStyleCnt="0"/>
      <dgm:spPr/>
    </dgm:pt>
    <dgm:pt modelId="{0552C020-38AA-4F1D-8A5A-86F470FF94C5}" type="pres">
      <dgm:prSet presAssocID="{2FF14948-87DB-42CD-8E1A-FAA98658CC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03285FE-3E7B-4B84-9214-AD6D562645E3}" type="pres">
      <dgm:prSet presAssocID="{760B8048-588F-4555-B245-B72BE4E66DC2}" presName="spacer" presStyleCnt="0"/>
      <dgm:spPr/>
    </dgm:pt>
    <dgm:pt modelId="{D65AF815-E4A9-468B-A3CF-3FBC42FD48B3}" type="pres">
      <dgm:prSet presAssocID="{23C6F29B-5748-4F0C-9C21-E3CE3A59F9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3E56B09-09D0-435D-8D2D-C83A20004B1E}" type="pres">
      <dgm:prSet presAssocID="{F8A288EC-B5EB-4967-A177-0F51E4DF5D16}" presName="spacer" presStyleCnt="0"/>
      <dgm:spPr/>
    </dgm:pt>
    <dgm:pt modelId="{E7F2248D-B9C6-4D6A-BE9C-8B2CEF8176DA}" type="pres">
      <dgm:prSet presAssocID="{C7A1912B-966E-40E0-96D7-E495842F5EA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1695F0A-DEB3-4398-A832-A0A0A4B2E4CE}" type="presOf" srcId="{2FF14948-87DB-42CD-8E1A-FAA98658CCD9}" destId="{0552C020-38AA-4F1D-8A5A-86F470FF94C5}" srcOrd="0" destOrd="0" presId="urn:microsoft.com/office/officeart/2005/8/layout/vList2"/>
    <dgm:cxn modelId="{C8992E0D-D1CC-4AB4-8FA1-F32E3B4CC97B}" srcId="{1542142C-A64B-4E89-8E07-BAA7A19525C2}" destId="{2FF14948-87DB-42CD-8E1A-FAA98658CCD9}" srcOrd="2" destOrd="0" parTransId="{6AE87E86-B21D-4727-A616-A9F747CB85EC}" sibTransId="{760B8048-588F-4555-B245-B72BE4E66DC2}"/>
    <dgm:cxn modelId="{A9D37414-5B3C-4756-8364-B8B1B59E8D10}" type="presOf" srcId="{15678E1D-68A4-4078-B7EB-5E28286D7672}" destId="{752B0B54-70B5-4E46-ABE8-C8DD6B799808}" srcOrd="0" destOrd="0" presId="urn:microsoft.com/office/officeart/2005/8/layout/vList2"/>
    <dgm:cxn modelId="{0B2A2B21-502E-4D0A-BA5E-588B24A61221}" type="presOf" srcId="{1542142C-A64B-4E89-8E07-BAA7A19525C2}" destId="{8F1993F6-D94B-42CD-8274-83E8B3117E4E}" srcOrd="0" destOrd="0" presId="urn:microsoft.com/office/officeart/2005/8/layout/vList2"/>
    <dgm:cxn modelId="{20FBB640-A5A9-436C-B2E7-8475C64BC093}" type="presOf" srcId="{23C6F29B-5748-4F0C-9C21-E3CE3A59F9C3}" destId="{D65AF815-E4A9-468B-A3CF-3FBC42FD48B3}" srcOrd="0" destOrd="0" presId="urn:microsoft.com/office/officeart/2005/8/layout/vList2"/>
    <dgm:cxn modelId="{D7214766-4CA6-401C-9869-F6DC07A35CAA}" srcId="{1542142C-A64B-4E89-8E07-BAA7A19525C2}" destId="{BCD32F21-9F7A-49DC-9D94-E6BBAFEA36F8}" srcOrd="1" destOrd="0" parTransId="{8F024AE3-6D3A-44BE-9041-69540BEC8771}" sibTransId="{896F7080-F677-48B0-891B-249CBCC6A7BC}"/>
    <dgm:cxn modelId="{EE56F169-34E3-49E0-841E-5ECB717F028A}" srcId="{1542142C-A64B-4E89-8E07-BAA7A19525C2}" destId="{15678E1D-68A4-4078-B7EB-5E28286D7672}" srcOrd="0" destOrd="0" parTransId="{968C6FD8-2C17-452D-A0B2-8BDFB9495E3D}" sibTransId="{E8928642-E2E9-446F-B10A-C90E9DD52828}"/>
    <dgm:cxn modelId="{65109F51-C418-4613-B8F6-81877410615E}" type="presOf" srcId="{C7A1912B-966E-40E0-96D7-E495842F5EAE}" destId="{E7F2248D-B9C6-4D6A-BE9C-8B2CEF8176DA}" srcOrd="0" destOrd="0" presId="urn:microsoft.com/office/officeart/2005/8/layout/vList2"/>
    <dgm:cxn modelId="{B1443358-43EF-4960-9A74-5130B0EE9B1E}" type="presOf" srcId="{BCD32F21-9F7A-49DC-9D94-E6BBAFEA36F8}" destId="{DE70C7FD-5FFB-4DF3-866F-901B59C8ED82}" srcOrd="0" destOrd="0" presId="urn:microsoft.com/office/officeart/2005/8/layout/vList2"/>
    <dgm:cxn modelId="{C396F9A0-C656-4519-A602-5AAA1CC319BE}" srcId="{1542142C-A64B-4E89-8E07-BAA7A19525C2}" destId="{C7A1912B-966E-40E0-96D7-E495842F5EAE}" srcOrd="4" destOrd="0" parTransId="{6E04CF2E-5B10-4C8F-A880-C0D7419A1840}" sibTransId="{07908C83-23AD-41B3-B3E5-B6367608702A}"/>
    <dgm:cxn modelId="{C6A051F1-D94F-480A-9452-DCDB50791317}" srcId="{1542142C-A64B-4E89-8E07-BAA7A19525C2}" destId="{23C6F29B-5748-4F0C-9C21-E3CE3A59F9C3}" srcOrd="3" destOrd="0" parTransId="{75AB4075-9E56-4E08-B08F-1CBC9E173E67}" sibTransId="{F8A288EC-B5EB-4967-A177-0F51E4DF5D16}"/>
    <dgm:cxn modelId="{F7441CB5-AB25-4D18-8ED3-1094E47E6908}" type="presParOf" srcId="{8F1993F6-D94B-42CD-8274-83E8B3117E4E}" destId="{752B0B54-70B5-4E46-ABE8-C8DD6B799808}" srcOrd="0" destOrd="0" presId="urn:microsoft.com/office/officeart/2005/8/layout/vList2"/>
    <dgm:cxn modelId="{CCBBE9A2-8820-4CEF-95A4-51EEFA3FBAD8}" type="presParOf" srcId="{8F1993F6-D94B-42CD-8274-83E8B3117E4E}" destId="{484A86E3-2FEC-40AB-A1D7-C3CFCBE18B42}" srcOrd="1" destOrd="0" presId="urn:microsoft.com/office/officeart/2005/8/layout/vList2"/>
    <dgm:cxn modelId="{F3A0711A-6CF6-46E2-9A9B-5B850C8A73F0}" type="presParOf" srcId="{8F1993F6-D94B-42CD-8274-83E8B3117E4E}" destId="{DE70C7FD-5FFB-4DF3-866F-901B59C8ED82}" srcOrd="2" destOrd="0" presId="urn:microsoft.com/office/officeart/2005/8/layout/vList2"/>
    <dgm:cxn modelId="{A9380D4C-62B2-465B-B44E-172C51ADF487}" type="presParOf" srcId="{8F1993F6-D94B-42CD-8274-83E8B3117E4E}" destId="{7C35D73B-E508-4D74-915D-FBC953AD9CBB}" srcOrd="3" destOrd="0" presId="urn:microsoft.com/office/officeart/2005/8/layout/vList2"/>
    <dgm:cxn modelId="{E250702D-A92A-4E78-B001-4868A237243E}" type="presParOf" srcId="{8F1993F6-D94B-42CD-8274-83E8B3117E4E}" destId="{0552C020-38AA-4F1D-8A5A-86F470FF94C5}" srcOrd="4" destOrd="0" presId="urn:microsoft.com/office/officeart/2005/8/layout/vList2"/>
    <dgm:cxn modelId="{7677B7A6-D17E-4F08-AF24-4BBE476F8A73}" type="presParOf" srcId="{8F1993F6-D94B-42CD-8274-83E8B3117E4E}" destId="{C03285FE-3E7B-4B84-9214-AD6D562645E3}" srcOrd="5" destOrd="0" presId="urn:microsoft.com/office/officeart/2005/8/layout/vList2"/>
    <dgm:cxn modelId="{408B460B-E1B3-4E01-BD05-142FA9D8ED96}" type="presParOf" srcId="{8F1993F6-D94B-42CD-8274-83E8B3117E4E}" destId="{D65AF815-E4A9-468B-A3CF-3FBC42FD48B3}" srcOrd="6" destOrd="0" presId="urn:microsoft.com/office/officeart/2005/8/layout/vList2"/>
    <dgm:cxn modelId="{F708CA38-5768-4B29-B1E0-593FBCFB7779}" type="presParOf" srcId="{8F1993F6-D94B-42CD-8274-83E8B3117E4E}" destId="{D3E56B09-09D0-435D-8D2D-C83A20004B1E}" srcOrd="7" destOrd="0" presId="urn:microsoft.com/office/officeart/2005/8/layout/vList2"/>
    <dgm:cxn modelId="{F4D36378-CC79-4367-B7FC-A032BBD54D0E}" type="presParOf" srcId="{8F1993F6-D94B-42CD-8274-83E8B3117E4E}" destId="{E7F2248D-B9C6-4D6A-BE9C-8B2CEF8176D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56DB9DC-10BE-411C-A800-1E7C5ACB7849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2194128-2FB2-442D-AC7A-0FCEB56F102E}">
      <dgm:prSet/>
      <dgm:spPr/>
      <dgm:t>
        <a:bodyPr/>
        <a:lstStyle/>
        <a:p>
          <a:r>
            <a:rPr lang="en-US"/>
            <a:t>Removed duplicates</a:t>
          </a:r>
        </a:p>
      </dgm:t>
    </dgm:pt>
    <dgm:pt modelId="{B59300BE-C6CD-496B-B602-4C208AF75DA1}" type="parTrans" cxnId="{F4AD3A3A-6B05-4BDF-B282-EBEE23229858}">
      <dgm:prSet/>
      <dgm:spPr/>
      <dgm:t>
        <a:bodyPr/>
        <a:lstStyle/>
        <a:p>
          <a:endParaRPr lang="en-US"/>
        </a:p>
      </dgm:t>
    </dgm:pt>
    <dgm:pt modelId="{F20B5E50-0FF1-410C-9E64-6B12D258D724}" type="sibTrans" cxnId="{F4AD3A3A-6B05-4BDF-B282-EBEE23229858}">
      <dgm:prSet/>
      <dgm:spPr/>
      <dgm:t>
        <a:bodyPr/>
        <a:lstStyle/>
        <a:p>
          <a:endParaRPr lang="en-US"/>
        </a:p>
      </dgm:t>
    </dgm:pt>
    <dgm:pt modelId="{88EDD066-C426-42A4-8860-1F8281258FC3}">
      <dgm:prSet/>
      <dgm:spPr/>
      <dgm:t>
        <a:bodyPr/>
        <a:lstStyle/>
        <a:p>
          <a:r>
            <a:rPr lang="en-US"/>
            <a:t>Handled NULL values</a:t>
          </a:r>
        </a:p>
      </dgm:t>
    </dgm:pt>
    <dgm:pt modelId="{383BD93F-3205-486E-B878-6A6422624232}" type="parTrans" cxnId="{C0CD0412-DD03-4628-AAA4-4CDA3BABC2C1}">
      <dgm:prSet/>
      <dgm:spPr/>
      <dgm:t>
        <a:bodyPr/>
        <a:lstStyle/>
        <a:p>
          <a:endParaRPr lang="en-US"/>
        </a:p>
      </dgm:t>
    </dgm:pt>
    <dgm:pt modelId="{9CA87608-C3AC-4524-8E5B-71FC7D9D6F16}" type="sibTrans" cxnId="{C0CD0412-DD03-4628-AAA4-4CDA3BABC2C1}">
      <dgm:prSet/>
      <dgm:spPr/>
      <dgm:t>
        <a:bodyPr/>
        <a:lstStyle/>
        <a:p>
          <a:endParaRPr lang="en-US"/>
        </a:p>
      </dgm:t>
    </dgm:pt>
    <dgm:pt modelId="{A6D90166-6425-47E9-BD79-50CE6E20855C}">
      <dgm:prSet/>
      <dgm:spPr/>
      <dgm:t>
        <a:bodyPr/>
        <a:lstStyle/>
        <a:p>
          <a:r>
            <a:rPr lang="en-US"/>
            <a:t>Standardized data</a:t>
          </a:r>
        </a:p>
      </dgm:t>
    </dgm:pt>
    <dgm:pt modelId="{DCB25CCC-D4DE-4A97-B1E0-6E64FA89AC7C}" type="parTrans" cxnId="{BFCD2D71-E636-438E-9E06-CAA0D2C0E45A}">
      <dgm:prSet/>
      <dgm:spPr/>
      <dgm:t>
        <a:bodyPr/>
        <a:lstStyle/>
        <a:p>
          <a:endParaRPr lang="en-US"/>
        </a:p>
      </dgm:t>
    </dgm:pt>
    <dgm:pt modelId="{51E9513C-95E3-4ECC-8383-5A568FE93676}" type="sibTrans" cxnId="{BFCD2D71-E636-438E-9E06-CAA0D2C0E45A}">
      <dgm:prSet/>
      <dgm:spPr/>
      <dgm:t>
        <a:bodyPr/>
        <a:lstStyle/>
        <a:p>
          <a:endParaRPr lang="en-US"/>
        </a:p>
      </dgm:t>
    </dgm:pt>
    <dgm:pt modelId="{816DC65D-1462-4E02-9769-652A47C3B580}" type="pres">
      <dgm:prSet presAssocID="{056DB9DC-10BE-411C-A800-1E7C5ACB7849}" presName="diagram" presStyleCnt="0">
        <dgm:presLayoutVars>
          <dgm:dir/>
          <dgm:resizeHandles val="exact"/>
        </dgm:presLayoutVars>
      </dgm:prSet>
      <dgm:spPr/>
    </dgm:pt>
    <dgm:pt modelId="{85745DBA-31EE-4590-ADC4-E168CC9BF918}" type="pres">
      <dgm:prSet presAssocID="{E2194128-2FB2-442D-AC7A-0FCEB56F102E}" presName="node" presStyleLbl="node1" presStyleIdx="0" presStyleCnt="3">
        <dgm:presLayoutVars>
          <dgm:bulletEnabled val="1"/>
        </dgm:presLayoutVars>
      </dgm:prSet>
      <dgm:spPr/>
    </dgm:pt>
    <dgm:pt modelId="{3B913EC3-8BB5-44B1-8538-B32C1DDF5F00}" type="pres">
      <dgm:prSet presAssocID="{F20B5E50-0FF1-410C-9E64-6B12D258D724}" presName="sibTrans" presStyleCnt="0"/>
      <dgm:spPr/>
    </dgm:pt>
    <dgm:pt modelId="{A5B2E302-CB7D-4C1A-8E4C-84BCC6322436}" type="pres">
      <dgm:prSet presAssocID="{88EDD066-C426-42A4-8860-1F8281258FC3}" presName="node" presStyleLbl="node1" presStyleIdx="1" presStyleCnt="3">
        <dgm:presLayoutVars>
          <dgm:bulletEnabled val="1"/>
        </dgm:presLayoutVars>
      </dgm:prSet>
      <dgm:spPr/>
    </dgm:pt>
    <dgm:pt modelId="{11E2C28F-6DEE-488B-B95D-AD4BC725002F}" type="pres">
      <dgm:prSet presAssocID="{9CA87608-C3AC-4524-8E5B-71FC7D9D6F16}" presName="sibTrans" presStyleCnt="0"/>
      <dgm:spPr/>
    </dgm:pt>
    <dgm:pt modelId="{516B275C-E435-4A6D-B089-37737200BE77}" type="pres">
      <dgm:prSet presAssocID="{A6D90166-6425-47E9-BD79-50CE6E20855C}" presName="node" presStyleLbl="node1" presStyleIdx="2" presStyleCnt="3">
        <dgm:presLayoutVars>
          <dgm:bulletEnabled val="1"/>
        </dgm:presLayoutVars>
      </dgm:prSet>
      <dgm:spPr/>
    </dgm:pt>
  </dgm:ptLst>
  <dgm:cxnLst>
    <dgm:cxn modelId="{18EF5101-56EF-4216-866C-57A5A35E4BB4}" type="presOf" srcId="{88EDD066-C426-42A4-8860-1F8281258FC3}" destId="{A5B2E302-CB7D-4C1A-8E4C-84BCC6322436}" srcOrd="0" destOrd="0" presId="urn:microsoft.com/office/officeart/2005/8/layout/default"/>
    <dgm:cxn modelId="{C0CD0412-DD03-4628-AAA4-4CDA3BABC2C1}" srcId="{056DB9DC-10BE-411C-A800-1E7C5ACB7849}" destId="{88EDD066-C426-42A4-8860-1F8281258FC3}" srcOrd="1" destOrd="0" parTransId="{383BD93F-3205-486E-B878-6A6422624232}" sibTransId="{9CA87608-C3AC-4524-8E5B-71FC7D9D6F16}"/>
    <dgm:cxn modelId="{F4AD3A3A-6B05-4BDF-B282-EBEE23229858}" srcId="{056DB9DC-10BE-411C-A800-1E7C5ACB7849}" destId="{E2194128-2FB2-442D-AC7A-0FCEB56F102E}" srcOrd="0" destOrd="0" parTransId="{B59300BE-C6CD-496B-B602-4C208AF75DA1}" sibTransId="{F20B5E50-0FF1-410C-9E64-6B12D258D724}"/>
    <dgm:cxn modelId="{A7D2216A-DFBE-4800-ABB3-E433D96E0BF7}" type="presOf" srcId="{E2194128-2FB2-442D-AC7A-0FCEB56F102E}" destId="{85745DBA-31EE-4590-ADC4-E168CC9BF918}" srcOrd="0" destOrd="0" presId="urn:microsoft.com/office/officeart/2005/8/layout/default"/>
    <dgm:cxn modelId="{BFCD2D71-E636-438E-9E06-CAA0D2C0E45A}" srcId="{056DB9DC-10BE-411C-A800-1E7C5ACB7849}" destId="{A6D90166-6425-47E9-BD79-50CE6E20855C}" srcOrd="2" destOrd="0" parTransId="{DCB25CCC-D4DE-4A97-B1E0-6E64FA89AC7C}" sibTransId="{51E9513C-95E3-4ECC-8383-5A568FE93676}"/>
    <dgm:cxn modelId="{389E5C76-E1BB-4533-AFFC-9CC6A178D117}" type="presOf" srcId="{A6D90166-6425-47E9-BD79-50CE6E20855C}" destId="{516B275C-E435-4A6D-B089-37737200BE77}" srcOrd="0" destOrd="0" presId="urn:microsoft.com/office/officeart/2005/8/layout/default"/>
    <dgm:cxn modelId="{BD5738A1-273A-4118-A7A3-90CC5D0E29DA}" type="presOf" srcId="{056DB9DC-10BE-411C-A800-1E7C5ACB7849}" destId="{816DC65D-1462-4E02-9769-652A47C3B580}" srcOrd="0" destOrd="0" presId="urn:microsoft.com/office/officeart/2005/8/layout/default"/>
    <dgm:cxn modelId="{55A326CD-0915-4467-93AF-A1D532D3B171}" type="presParOf" srcId="{816DC65D-1462-4E02-9769-652A47C3B580}" destId="{85745DBA-31EE-4590-ADC4-E168CC9BF918}" srcOrd="0" destOrd="0" presId="urn:microsoft.com/office/officeart/2005/8/layout/default"/>
    <dgm:cxn modelId="{A2ECDC9B-ABE2-4151-A8E3-99BEA12C07C7}" type="presParOf" srcId="{816DC65D-1462-4E02-9769-652A47C3B580}" destId="{3B913EC3-8BB5-44B1-8538-B32C1DDF5F00}" srcOrd="1" destOrd="0" presId="urn:microsoft.com/office/officeart/2005/8/layout/default"/>
    <dgm:cxn modelId="{87CCE1B2-23EA-40FC-B5D7-FA85EE58FF8C}" type="presParOf" srcId="{816DC65D-1462-4E02-9769-652A47C3B580}" destId="{A5B2E302-CB7D-4C1A-8E4C-84BCC6322436}" srcOrd="2" destOrd="0" presId="urn:microsoft.com/office/officeart/2005/8/layout/default"/>
    <dgm:cxn modelId="{6B465EB4-4741-475B-8724-A4A72E4BDBB7}" type="presParOf" srcId="{816DC65D-1462-4E02-9769-652A47C3B580}" destId="{11E2C28F-6DEE-488B-B95D-AD4BC725002F}" srcOrd="3" destOrd="0" presId="urn:microsoft.com/office/officeart/2005/8/layout/default"/>
    <dgm:cxn modelId="{8972A941-050E-4799-8E6C-3657184AD2C7}" type="presParOf" srcId="{816DC65D-1462-4E02-9769-652A47C3B580}" destId="{516B275C-E435-4A6D-B089-37737200BE7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DA609E-FE90-4C4D-92D6-C9BB468D4DC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701524-1DCA-41D1-9D68-031B9435A1D5}">
      <dgm:prSet/>
      <dgm:spPr/>
      <dgm:t>
        <a:bodyPr/>
        <a:lstStyle/>
        <a:p>
          <a:r>
            <a:rPr lang="en-US"/>
            <a:t>Identified delayed routes</a:t>
          </a:r>
        </a:p>
      </dgm:t>
    </dgm:pt>
    <dgm:pt modelId="{218C2DCF-875B-4CBD-9FFC-5825094D1EB1}" type="parTrans" cxnId="{1B2D0151-917F-4D30-88A5-5EB0920CA28D}">
      <dgm:prSet/>
      <dgm:spPr/>
      <dgm:t>
        <a:bodyPr/>
        <a:lstStyle/>
        <a:p>
          <a:endParaRPr lang="en-US"/>
        </a:p>
      </dgm:t>
    </dgm:pt>
    <dgm:pt modelId="{51EEEA15-C588-403D-ABE7-55658C0D4B4E}" type="sibTrans" cxnId="{1B2D0151-917F-4D30-88A5-5EB0920CA28D}">
      <dgm:prSet/>
      <dgm:spPr/>
      <dgm:t>
        <a:bodyPr/>
        <a:lstStyle/>
        <a:p>
          <a:endParaRPr lang="en-US"/>
        </a:p>
      </dgm:t>
    </dgm:pt>
    <dgm:pt modelId="{14659D3D-B944-49F3-9A9B-9E7229D93FC7}">
      <dgm:prSet/>
      <dgm:spPr/>
      <dgm:t>
        <a:bodyPr/>
        <a:lstStyle/>
        <a:p>
          <a:r>
            <a:rPr lang="en-US"/>
            <a:t>Analyzed delay reasons</a:t>
          </a:r>
        </a:p>
      </dgm:t>
    </dgm:pt>
    <dgm:pt modelId="{E170F7A4-8F18-42F7-933C-2F963204AF4F}" type="parTrans" cxnId="{12952698-5A2E-46D2-88BA-9C0C642B7443}">
      <dgm:prSet/>
      <dgm:spPr/>
      <dgm:t>
        <a:bodyPr/>
        <a:lstStyle/>
        <a:p>
          <a:endParaRPr lang="en-US"/>
        </a:p>
      </dgm:t>
    </dgm:pt>
    <dgm:pt modelId="{338E8995-0AE5-4B84-AD5C-17BC06C6E56A}" type="sibTrans" cxnId="{12952698-5A2E-46D2-88BA-9C0C642B7443}">
      <dgm:prSet/>
      <dgm:spPr/>
      <dgm:t>
        <a:bodyPr/>
        <a:lstStyle/>
        <a:p>
          <a:endParaRPr lang="en-US"/>
        </a:p>
      </dgm:t>
    </dgm:pt>
    <dgm:pt modelId="{8A0EDD6D-8813-44F4-B3FB-D33847BA5B8A}">
      <dgm:prSet/>
      <dgm:spPr/>
      <dgm:t>
        <a:bodyPr/>
        <a:lstStyle/>
        <a:p>
          <a:r>
            <a:rPr lang="en-US"/>
            <a:t>Ranked delays</a:t>
          </a:r>
        </a:p>
      </dgm:t>
    </dgm:pt>
    <dgm:pt modelId="{E746D5D1-CDD5-4FDC-BCEA-0EED262A82C4}" type="parTrans" cxnId="{4D08FBD9-0760-409E-8719-EB4AF8BE793E}">
      <dgm:prSet/>
      <dgm:spPr/>
      <dgm:t>
        <a:bodyPr/>
        <a:lstStyle/>
        <a:p>
          <a:endParaRPr lang="en-US"/>
        </a:p>
      </dgm:t>
    </dgm:pt>
    <dgm:pt modelId="{1D355CF6-E1F8-41F4-B6D4-E474B12D214F}" type="sibTrans" cxnId="{4D08FBD9-0760-409E-8719-EB4AF8BE793E}">
      <dgm:prSet/>
      <dgm:spPr/>
      <dgm:t>
        <a:bodyPr/>
        <a:lstStyle/>
        <a:p>
          <a:endParaRPr lang="en-US"/>
        </a:p>
      </dgm:t>
    </dgm:pt>
    <dgm:pt modelId="{2DBD5537-235F-46D9-8E74-0D9325E62DBD}" type="pres">
      <dgm:prSet presAssocID="{99DA609E-FE90-4C4D-92D6-C9BB468D4DC7}" presName="linear" presStyleCnt="0">
        <dgm:presLayoutVars>
          <dgm:animLvl val="lvl"/>
          <dgm:resizeHandles val="exact"/>
        </dgm:presLayoutVars>
      </dgm:prSet>
      <dgm:spPr/>
    </dgm:pt>
    <dgm:pt modelId="{B062C00B-C4FB-4144-81C9-21434BD2EF10}" type="pres">
      <dgm:prSet presAssocID="{D6701524-1DCA-41D1-9D68-031B9435A1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849FFB-FDCF-4C8F-924C-9344E679DEB1}" type="pres">
      <dgm:prSet presAssocID="{51EEEA15-C588-403D-ABE7-55658C0D4B4E}" presName="spacer" presStyleCnt="0"/>
      <dgm:spPr/>
    </dgm:pt>
    <dgm:pt modelId="{A7483C50-15DA-4415-96FA-54ED3D6A42FB}" type="pres">
      <dgm:prSet presAssocID="{14659D3D-B944-49F3-9A9B-9E7229D93F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9DB8CE-10CF-4A46-BCCB-3638733A5E7D}" type="pres">
      <dgm:prSet presAssocID="{338E8995-0AE5-4B84-AD5C-17BC06C6E56A}" presName="spacer" presStyleCnt="0"/>
      <dgm:spPr/>
    </dgm:pt>
    <dgm:pt modelId="{3E6DFAC7-CF5D-42C8-8705-2766EC3C9D94}" type="pres">
      <dgm:prSet presAssocID="{8A0EDD6D-8813-44F4-B3FB-D33847BA5B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936E436-BF09-478E-86F2-6F3C9778B969}" type="presOf" srcId="{D6701524-1DCA-41D1-9D68-031B9435A1D5}" destId="{B062C00B-C4FB-4144-81C9-21434BD2EF10}" srcOrd="0" destOrd="0" presId="urn:microsoft.com/office/officeart/2005/8/layout/vList2"/>
    <dgm:cxn modelId="{10E2F149-D052-4DD6-9F9E-C90182068C18}" type="presOf" srcId="{8A0EDD6D-8813-44F4-B3FB-D33847BA5B8A}" destId="{3E6DFAC7-CF5D-42C8-8705-2766EC3C9D94}" srcOrd="0" destOrd="0" presId="urn:microsoft.com/office/officeart/2005/8/layout/vList2"/>
    <dgm:cxn modelId="{1B2D0151-917F-4D30-88A5-5EB0920CA28D}" srcId="{99DA609E-FE90-4C4D-92D6-C9BB468D4DC7}" destId="{D6701524-1DCA-41D1-9D68-031B9435A1D5}" srcOrd="0" destOrd="0" parTransId="{218C2DCF-875B-4CBD-9FFC-5825094D1EB1}" sibTransId="{51EEEA15-C588-403D-ABE7-55658C0D4B4E}"/>
    <dgm:cxn modelId="{299E5993-678A-472B-8B42-9FA9622D02F0}" type="presOf" srcId="{14659D3D-B944-49F3-9A9B-9E7229D93FC7}" destId="{A7483C50-15DA-4415-96FA-54ED3D6A42FB}" srcOrd="0" destOrd="0" presId="urn:microsoft.com/office/officeart/2005/8/layout/vList2"/>
    <dgm:cxn modelId="{12952698-5A2E-46D2-88BA-9C0C642B7443}" srcId="{99DA609E-FE90-4C4D-92D6-C9BB468D4DC7}" destId="{14659D3D-B944-49F3-9A9B-9E7229D93FC7}" srcOrd="1" destOrd="0" parTransId="{E170F7A4-8F18-42F7-933C-2F963204AF4F}" sibTransId="{338E8995-0AE5-4B84-AD5C-17BC06C6E56A}"/>
    <dgm:cxn modelId="{4D08FBD9-0760-409E-8719-EB4AF8BE793E}" srcId="{99DA609E-FE90-4C4D-92D6-C9BB468D4DC7}" destId="{8A0EDD6D-8813-44F4-B3FB-D33847BA5B8A}" srcOrd="2" destOrd="0" parTransId="{E746D5D1-CDD5-4FDC-BCEA-0EED262A82C4}" sibTransId="{1D355CF6-E1F8-41F4-B6D4-E474B12D214F}"/>
    <dgm:cxn modelId="{38A458EF-9858-485E-8658-A24B472E4171}" type="presOf" srcId="{99DA609E-FE90-4C4D-92D6-C9BB468D4DC7}" destId="{2DBD5537-235F-46D9-8E74-0D9325E62DBD}" srcOrd="0" destOrd="0" presId="urn:microsoft.com/office/officeart/2005/8/layout/vList2"/>
    <dgm:cxn modelId="{BAD8A31B-45FB-41B6-AF28-DD5F8C4C826B}" type="presParOf" srcId="{2DBD5537-235F-46D9-8E74-0D9325E62DBD}" destId="{B062C00B-C4FB-4144-81C9-21434BD2EF10}" srcOrd="0" destOrd="0" presId="urn:microsoft.com/office/officeart/2005/8/layout/vList2"/>
    <dgm:cxn modelId="{2A81F375-3BC0-4E61-BEF6-C59C13AB09D2}" type="presParOf" srcId="{2DBD5537-235F-46D9-8E74-0D9325E62DBD}" destId="{9C849FFB-FDCF-4C8F-924C-9344E679DEB1}" srcOrd="1" destOrd="0" presId="urn:microsoft.com/office/officeart/2005/8/layout/vList2"/>
    <dgm:cxn modelId="{826E38E2-8DB8-4A95-B87E-45C9B24A0BC0}" type="presParOf" srcId="{2DBD5537-235F-46D9-8E74-0D9325E62DBD}" destId="{A7483C50-15DA-4415-96FA-54ED3D6A42FB}" srcOrd="2" destOrd="0" presId="urn:microsoft.com/office/officeart/2005/8/layout/vList2"/>
    <dgm:cxn modelId="{1ED7ED10-7868-48F6-8C6F-FB3453A2AC02}" type="presParOf" srcId="{2DBD5537-235F-46D9-8E74-0D9325E62DBD}" destId="{729DB8CE-10CF-4A46-BCCB-3638733A5E7D}" srcOrd="3" destOrd="0" presId="urn:microsoft.com/office/officeart/2005/8/layout/vList2"/>
    <dgm:cxn modelId="{C43760B6-CC8C-4BF0-933D-68DF4CD51837}" type="presParOf" srcId="{2DBD5537-235F-46D9-8E74-0D9325E62DBD}" destId="{3E6DFAC7-CF5D-42C8-8705-2766EC3C9D9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217181-8059-4FFA-A98A-E8E66CDDC2E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1A108FE-9D72-4E61-95B9-75A7D0806401}">
      <dgm:prSet/>
      <dgm:spPr/>
      <dgm:t>
        <a:bodyPr/>
        <a:lstStyle/>
        <a:p>
          <a:r>
            <a:rPr lang="en-US"/>
            <a:t>Calculated efficiency ratio</a:t>
          </a:r>
        </a:p>
      </dgm:t>
    </dgm:pt>
    <dgm:pt modelId="{F53495CD-AC84-42E4-872C-B715D1604DA4}" type="parTrans" cxnId="{FA45E95F-8B97-4D17-BEEE-BF0186C16DBD}">
      <dgm:prSet/>
      <dgm:spPr/>
      <dgm:t>
        <a:bodyPr/>
        <a:lstStyle/>
        <a:p>
          <a:endParaRPr lang="en-US"/>
        </a:p>
      </dgm:t>
    </dgm:pt>
    <dgm:pt modelId="{B11668C3-9EAE-423D-B1B1-243B8BBAF276}" type="sibTrans" cxnId="{FA45E95F-8B97-4D17-BEEE-BF0186C16DBD}">
      <dgm:prSet/>
      <dgm:spPr/>
      <dgm:t>
        <a:bodyPr/>
        <a:lstStyle/>
        <a:p>
          <a:endParaRPr lang="en-US"/>
        </a:p>
      </dgm:t>
    </dgm:pt>
    <dgm:pt modelId="{3A1BC2A9-678B-4E84-8D4B-D65F21FA43F7}">
      <dgm:prSet/>
      <dgm:spPr/>
      <dgm:t>
        <a:bodyPr/>
        <a:lstStyle/>
        <a:p>
          <a:r>
            <a:rPr lang="en-US"/>
            <a:t>Identified worst routes</a:t>
          </a:r>
        </a:p>
      </dgm:t>
    </dgm:pt>
    <dgm:pt modelId="{68DD3B51-D135-4C91-8EFF-6252800D2567}" type="parTrans" cxnId="{9C0E5D26-A2F9-4224-8FD7-5AF8F822A906}">
      <dgm:prSet/>
      <dgm:spPr/>
      <dgm:t>
        <a:bodyPr/>
        <a:lstStyle/>
        <a:p>
          <a:endParaRPr lang="en-US"/>
        </a:p>
      </dgm:t>
    </dgm:pt>
    <dgm:pt modelId="{0E281B6D-5136-4B3E-AAAF-34E6004719AD}" type="sibTrans" cxnId="{9C0E5D26-A2F9-4224-8FD7-5AF8F822A906}">
      <dgm:prSet/>
      <dgm:spPr/>
      <dgm:t>
        <a:bodyPr/>
        <a:lstStyle/>
        <a:p>
          <a:endParaRPr lang="en-US"/>
        </a:p>
      </dgm:t>
    </dgm:pt>
    <dgm:pt modelId="{33245907-8351-4C0A-9E26-FF0A8A12B125}">
      <dgm:prSet/>
      <dgm:spPr/>
      <dgm:t>
        <a:bodyPr/>
        <a:lstStyle/>
        <a:p>
          <a:r>
            <a:rPr lang="en-US"/>
            <a:t>Improved routing</a:t>
          </a:r>
        </a:p>
      </dgm:t>
    </dgm:pt>
    <dgm:pt modelId="{F9AF325F-92A7-4CE9-9969-45C677AABF82}" type="parTrans" cxnId="{02D76E9D-0648-44D0-8801-082C57643C2B}">
      <dgm:prSet/>
      <dgm:spPr/>
      <dgm:t>
        <a:bodyPr/>
        <a:lstStyle/>
        <a:p>
          <a:endParaRPr lang="en-US"/>
        </a:p>
      </dgm:t>
    </dgm:pt>
    <dgm:pt modelId="{8FB22255-0753-4B21-B6E0-2B2B96E29EC7}" type="sibTrans" cxnId="{02D76E9D-0648-44D0-8801-082C57643C2B}">
      <dgm:prSet/>
      <dgm:spPr/>
      <dgm:t>
        <a:bodyPr/>
        <a:lstStyle/>
        <a:p>
          <a:endParaRPr lang="en-US"/>
        </a:p>
      </dgm:t>
    </dgm:pt>
    <dgm:pt modelId="{95F30B94-FD56-427C-B7C3-6972D6549A02}" type="pres">
      <dgm:prSet presAssocID="{D4217181-8059-4FFA-A98A-E8E66CDDC2EF}" presName="linear" presStyleCnt="0">
        <dgm:presLayoutVars>
          <dgm:animLvl val="lvl"/>
          <dgm:resizeHandles val="exact"/>
        </dgm:presLayoutVars>
      </dgm:prSet>
      <dgm:spPr/>
    </dgm:pt>
    <dgm:pt modelId="{52D0C1E9-0FEF-456B-B36A-121F4A6D4D88}" type="pres">
      <dgm:prSet presAssocID="{E1A108FE-9D72-4E61-95B9-75A7D08064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B5299E-CC8B-4544-9BC5-09E157B131ED}" type="pres">
      <dgm:prSet presAssocID="{B11668C3-9EAE-423D-B1B1-243B8BBAF276}" presName="spacer" presStyleCnt="0"/>
      <dgm:spPr/>
    </dgm:pt>
    <dgm:pt modelId="{94117477-A9E6-4569-9DCC-5A572A91C1AD}" type="pres">
      <dgm:prSet presAssocID="{3A1BC2A9-678B-4E84-8D4B-D65F21FA43F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E9808E-5146-429E-AC2A-C916D83ABD53}" type="pres">
      <dgm:prSet presAssocID="{0E281B6D-5136-4B3E-AAAF-34E6004719AD}" presName="spacer" presStyleCnt="0"/>
      <dgm:spPr/>
    </dgm:pt>
    <dgm:pt modelId="{0469631C-0C1B-4D03-A73B-FA81AFD49166}" type="pres">
      <dgm:prSet presAssocID="{33245907-8351-4C0A-9E26-FF0A8A12B1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0E5D26-A2F9-4224-8FD7-5AF8F822A906}" srcId="{D4217181-8059-4FFA-A98A-E8E66CDDC2EF}" destId="{3A1BC2A9-678B-4E84-8D4B-D65F21FA43F7}" srcOrd="1" destOrd="0" parTransId="{68DD3B51-D135-4C91-8EFF-6252800D2567}" sibTransId="{0E281B6D-5136-4B3E-AAAF-34E6004719AD}"/>
    <dgm:cxn modelId="{89CFDB27-EBF8-48EC-8888-F3FA7E580D70}" type="presOf" srcId="{E1A108FE-9D72-4E61-95B9-75A7D0806401}" destId="{52D0C1E9-0FEF-456B-B36A-121F4A6D4D88}" srcOrd="0" destOrd="0" presId="urn:microsoft.com/office/officeart/2005/8/layout/vList2"/>
    <dgm:cxn modelId="{AD470E34-8CCF-4A39-A667-1D3F6150F24A}" type="presOf" srcId="{33245907-8351-4C0A-9E26-FF0A8A12B125}" destId="{0469631C-0C1B-4D03-A73B-FA81AFD49166}" srcOrd="0" destOrd="0" presId="urn:microsoft.com/office/officeart/2005/8/layout/vList2"/>
    <dgm:cxn modelId="{FA45E95F-8B97-4D17-BEEE-BF0186C16DBD}" srcId="{D4217181-8059-4FFA-A98A-E8E66CDDC2EF}" destId="{E1A108FE-9D72-4E61-95B9-75A7D0806401}" srcOrd="0" destOrd="0" parTransId="{F53495CD-AC84-42E4-872C-B715D1604DA4}" sibTransId="{B11668C3-9EAE-423D-B1B1-243B8BBAF276}"/>
    <dgm:cxn modelId="{8457566A-C47E-41F7-9319-7C3BE837ED91}" type="presOf" srcId="{D4217181-8059-4FFA-A98A-E8E66CDDC2EF}" destId="{95F30B94-FD56-427C-B7C3-6972D6549A02}" srcOrd="0" destOrd="0" presId="urn:microsoft.com/office/officeart/2005/8/layout/vList2"/>
    <dgm:cxn modelId="{02D76E9D-0648-44D0-8801-082C57643C2B}" srcId="{D4217181-8059-4FFA-A98A-E8E66CDDC2EF}" destId="{33245907-8351-4C0A-9E26-FF0A8A12B125}" srcOrd="2" destOrd="0" parTransId="{F9AF325F-92A7-4CE9-9969-45C677AABF82}" sibTransId="{8FB22255-0753-4B21-B6E0-2B2B96E29EC7}"/>
    <dgm:cxn modelId="{D1E20EA9-DA4A-467A-B291-7EA024865D57}" type="presOf" srcId="{3A1BC2A9-678B-4E84-8D4B-D65F21FA43F7}" destId="{94117477-A9E6-4569-9DCC-5A572A91C1AD}" srcOrd="0" destOrd="0" presId="urn:microsoft.com/office/officeart/2005/8/layout/vList2"/>
    <dgm:cxn modelId="{19F70B0E-C624-4D27-99BA-0BEF0AF1E301}" type="presParOf" srcId="{95F30B94-FD56-427C-B7C3-6972D6549A02}" destId="{52D0C1E9-0FEF-456B-B36A-121F4A6D4D88}" srcOrd="0" destOrd="0" presId="urn:microsoft.com/office/officeart/2005/8/layout/vList2"/>
    <dgm:cxn modelId="{197D679D-0AD2-4E2B-9EAD-AF210957248B}" type="presParOf" srcId="{95F30B94-FD56-427C-B7C3-6972D6549A02}" destId="{37B5299E-CC8B-4544-9BC5-09E157B131ED}" srcOrd="1" destOrd="0" presId="urn:microsoft.com/office/officeart/2005/8/layout/vList2"/>
    <dgm:cxn modelId="{C0101213-81C3-4EA8-BB02-5B7B2C7C4E68}" type="presParOf" srcId="{95F30B94-FD56-427C-B7C3-6972D6549A02}" destId="{94117477-A9E6-4569-9DCC-5A572A91C1AD}" srcOrd="2" destOrd="0" presId="urn:microsoft.com/office/officeart/2005/8/layout/vList2"/>
    <dgm:cxn modelId="{DA609999-CE5A-4E9E-B95A-AD9611152647}" type="presParOf" srcId="{95F30B94-FD56-427C-B7C3-6972D6549A02}" destId="{58E9808E-5146-429E-AC2A-C916D83ABD53}" srcOrd="3" destOrd="0" presId="urn:microsoft.com/office/officeart/2005/8/layout/vList2"/>
    <dgm:cxn modelId="{E42003AE-167D-4C03-A248-49E7573011C6}" type="presParOf" srcId="{95F30B94-FD56-427C-B7C3-6972D6549A02}" destId="{0469631C-0C1B-4D03-A73B-FA81AFD491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0C70D8F-C305-4A00-BF33-4EE1FD089AF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EF97AA-4390-4CA6-AA90-D297DCAFF517}">
      <dgm:prSet/>
      <dgm:spPr/>
      <dgm:t>
        <a:bodyPr/>
        <a:lstStyle/>
        <a:p>
          <a:r>
            <a:rPr lang="en-US"/>
            <a:t>Analyzed processing time</a:t>
          </a:r>
        </a:p>
      </dgm:t>
    </dgm:pt>
    <dgm:pt modelId="{949596B3-E8F2-4BF9-B398-739A773FCE86}" type="parTrans" cxnId="{729D693C-0E72-431F-B497-5E1278BC78A9}">
      <dgm:prSet/>
      <dgm:spPr/>
      <dgm:t>
        <a:bodyPr/>
        <a:lstStyle/>
        <a:p>
          <a:endParaRPr lang="en-US"/>
        </a:p>
      </dgm:t>
    </dgm:pt>
    <dgm:pt modelId="{AF9E2918-599A-4287-87B8-F4861E2A84A5}" type="sibTrans" cxnId="{729D693C-0E72-431F-B497-5E1278BC78A9}">
      <dgm:prSet/>
      <dgm:spPr/>
      <dgm:t>
        <a:bodyPr/>
        <a:lstStyle/>
        <a:p>
          <a:endParaRPr lang="en-US"/>
        </a:p>
      </dgm:t>
    </dgm:pt>
    <dgm:pt modelId="{0A6C9976-DF02-4C98-B4AC-B7B6B223F24F}">
      <dgm:prSet/>
      <dgm:spPr/>
      <dgm:t>
        <a:bodyPr/>
        <a:lstStyle/>
        <a:p>
          <a:r>
            <a:rPr lang="en-US"/>
            <a:t>Compared delays</a:t>
          </a:r>
        </a:p>
      </dgm:t>
    </dgm:pt>
    <dgm:pt modelId="{01D9E310-50F7-4BB6-A0B4-ECA0DCD13041}" type="parTrans" cxnId="{1937BAE8-933A-4304-8CE0-C211CEC1E446}">
      <dgm:prSet/>
      <dgm:spPr/>
      <dgm:t>
        <a:bodyPr/>
        <a:lstStyle/>
        <a:p>
          <a:endParaRPr lang="en-US"/>
        </a:p>
      </dgm:t>
    </dgm:pt>
    <dgm:pt modelId="{7DE7298D-937F-4455-8317-21971E2BA8A7}" type="sibTrans" cxnId="{1937BAE8-933A-4304-8CE0-C211CEC1E446}">
      <dgm:prSet/>
      <dgm:spPr/>
      <dgm:t>
        <a:bodyPr/>
        <a:lstStyle/>
        <a:p>
          <a:endParaRPr lang="en-US"/>
        </a:p>
      </dgm:t>
    </dgm:pt>
    <dgm:pt modelId="{7D6F6F51-AF43-48AC-A019-FB76FF4A9FAE}">
      <dgm:prSet/>
      <dgm:spPr/>
      <dgm:t>
        <a:bodyPr/>
        <a:lstStyle/>
        <a:p>
          <a:r>
            <a:rPr lang="en-US"/>
            <a:t>Identified bottlenecks</a:t>
          </a:r>
        </a:p>
      </dgm:t>
    </dgm:pt>
    <dgm:pt modelId="{0602D95D-102D-49D9-9860-037DC2ABD361}" type="parTrans" cxnId="{8353FEF3-A2EB-43C1-8C03-D89AAD263FFC}">
      <dgm:prSet/>
      <dgm:spPr/>
      <dgm:t>
        <a:bodyPr/>
        <a:lstStyle/>
        <a:p>
          <a:endParaRPr lang="en-US"/>
        </a:p>
      </dgm:t>
    </dgm:pt>
    <dgm:pt modelId="{35DD1A60-9997-4153-8682-19274A4278BB}" type="sibTrans" cxnId="{8353FEF3-A2EB-43C1-8C03-D89AAD263FFC}">
      <dgm:prSet/>
      <dgm:spPr/>
      <dgm:t>
        <a:bodyPr/>
        <a:lstStyle/>
        <a:p>
          <a:endParaRPr lang="en-US"/>
        </a:p>
      </dgm:t>
    </dgm:pt>
    <dgm:pt modelId="{B128F823-76BC-4EB7-97B1-7B24E204701D}" type="pres">
      <dgm:prSet presAssocID="{50C70D8F-C305-4A00-BF33-4EE1FD089AFE}" presName="linear" presStyleCnt="0">
        <dgm:presLayoutVars>
          <dgm:animLvl val="lvl"/>
          <dgm:resizeHandles val="exact"/>
        </dgm:presLayoutVars>
      </dgm:prSet>
      <dgm:spPr/>
    </dgm:pt>
    <dgm:pt modelId="{A765B9F6-BBAD-437D-B57A-159DD8BAACC1}" type="pres">
      <dgm:prSet presAssocID="{5AEF97AA-4390-4CA6-AA90-D297DCAFF5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46FE9A-E4CE-42BE-B398-FD7756725CAF}" type="pres">
      <dgm:prSet presAssocID="{AF9E2918-599A-4287-87B8-F4861E2A84A5}" presName="spacer" presStyleCnt="0"/>
      <dgm:spPr/>
    </dgm:pt>
    <dgm:pt modelId="{1402C27B-DC13-4F3C-849B-40C6DC187BC5}" type="pres">
      <dgm:prSet presAssocID="{0A6C9976-DF02-4C98-B4AC-B7B6B223F2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144704-983A-4866-94A1-885D27F6A2E9}" type="pres">
      <dgm:prSet presAssocID="{7DE7298D-937F-4455-8317-21971E2BA8A7}" presName="spacer" presStyleCnt="0"/>
      <dgm:spPr/>
    </dgm:pt>
    <dgm:pt modelId="{A290055B-8385-45B3-A55E-11C049D359D4}" type="pres">
      <dgm:prSet presAssocID="{7D6F6F51-AF43-48AC-A019-FB76FF4A9F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29D693C-0E72-431F-B497-5E1278BC78A9}" srcId="{50C70D8F-C305-4A00-BF33-4EE1FD089AFE}" destId="{5AEF97AA-4390-4CA6-AA90-D297DCAFF517}" srcOrd="0" destOrd="0" parTransId="{949596B3-E8F2-4BF9-B398-739A773FCE86}" sibTransId="{AF9E2918-599A-4287-87B8-F4861E2A84A5}"/>
    <dgm:cxn modelId="{F12F3964-CA5D-4387-9FA9-6A35A7B4DF8B}" type="presOf" srcId="{5AEF97AA-4390-4CA6-AA90-D297DCAFF517}" destId="{A765B9F6-BBAD-437D-B57A-159DD8BAACC1}" srcOrd="0" destOrd="0" presId="urn:microsoft.com/office/officeart/2005/8/layout/vList2"/>
    <dgm:cxn modelId="{469FBB6F-FB63-4E1F-A5EC-64D181BAB1B5}" type="presOf" srcId="{50C70D8F-C305-4A00-BF33-4EE1FD089AFE}" destId="{B128F823-76BC-4EB7-97B1-7B24E204701D}" srcOrd="0" destOrd="0" presId="urn:microsoft.com/office/officeart/2005/8/layout/vList2"/>
    <dgm:cxn modelId="{5AE6EE53-D790-4592-A273-EC4A7DD3BD9C}" type="presOf" srcId="{7D6F6F51-AF43-48AC-A019-FB76FF4A9FAE}" destId="{A290055B-8385-45B3-A55E-11C049D359D4}" srcOrd="0" destOrd="0" presId="urn:microsoft.com/office/officeart/2005/8/layout/vList2"/>
    <dgm:cxn modelId="{775A689F-3911-4FEA-9830-4E1DCA4431CC}" type="presOf" srcId="{0A6C9976-DF02-4C98-B4AC-B7B6B223F24F}" destId="{1402C27B-DC13-4F3C-849B-40C6DC187BC5}" srcOrd="0" destOrd="0" presId="urn:microsoft.com/office/officeart/2005/8/layout/vList2"/>
    <dgm:cxn modelId="{1937BAE8-933A-4304-8CE0-C211CEC1E446}" srcId="{50C70D8F-C305-4A00-BF33-4EE1FD089AFE}" destId="{0A6C9976-DF02-4C98-B4AC-B7B6B223F24F}" srcOrd="1" destOrd="0" parTransId="{01D9E310-50F7-4BB6-A0B4-ECA0DCD13041}" sibTransId="{7DE7298D-937F-4455-8317-21971E2BA8A7}"/>
    <dgm:cxn modelId="{8353FEF3-A2EB-43C1-8C03-D89AAD263FFC}" srcId="{50C70D8F-C305-4A00-BF33-4EE1FD089AFE}" destId="{7D6F6F51-AF43-48AC-A019-FB76FF4A9FAE}" srcOrd="2" destOrd="0" parTransId="{0602D95D-102D-49D9-9860-037DC2ABD361}" sibTransId="{35DD1A60-9997-4153-8682-19274A4278BB}"/>
    <dgm:cxn modelId="{F12B78CF-FFB9-41A5-B365-793114E5E8AB}" type="presParOf" srcId="{B128F823-76BC-4EB7-97B1-7B24E204701D}" destId="{A765B9F6-BBAD-437D-B57A-159DD8BAACC1}" srcOrd="0" destOrd="0" presId="urn:microsoft.com/office/officeart/2005/8/layout/vList2"/>
    <dgm:cxn modelId="{AB41263B-A154-4E46-B514-FFE89D4C1B5C}" type="presParOf" srcId="{B128F823-76BC-4EB7-97B1-7B24E204701D}" destId="{B446FE9A-E4CE-42BE-B398-FD7756725CAF}" srcOrd="1" destOrd="0" presId="urn:microsoft.com/office/officeart/2005/8/layout/vList2"/>
    <dgm:cxn modelId="{CD7797CC-B40F-4D5E-ABAE-D5C63DA6966F}" type="presParOf" srcId="{B128F823-76BC-4EB7-97B1-7B24E204701D}" destId="{1402C27B-DC13-4F3C-849B-40C6DC187BC5}" srcOrd="2" destOrd="0" presId="urn:microsoft.com/office/officeart/2005/8/layout/vList2"/>
    <dgm:cxn modelId="{3EBCA75D-032C-4E18-930F-FFEA7C9D8432}" type="presParOf" srcId="{B128F823-76BC-4EB7-97B1-7B24E204701D}" destId="{70144704-983A-4866-94A1-885D27F6A2E9}" srcOrd="3" destOrd="0" presId="urn:microsoft.com/office/officeart/2005/8/layout/vList2"/>
    <dgm:cxn modelId="{9C1E725E-AC66-417E-9B38-B35E5AF0AA58}" type="presParOf" srcId="{B128F823-76BC-4EB7-97B1-7B24E204701D}" destId="{A290055B-8385-45B3-A55E-11C049D359D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5FF5C5-945F-477C-B77E-5FB68CDB949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A4CB336-09A9-4144-82BF-7D7B8147A6B7}">
      <dgm:prSet/>
      <dgm:spPr/>
      <dgm:t>
        <a:bodyPr/>
        <a:lstStyle/>
        <a:p>
          <a:r>
            <a:rPr lang="en-US"/>
            <a:t>Compared efficiency</a:t>
          </a:r>
        </a:p>
      </dgm:t>
    </dgm:pt>
    <dgm:pt modelId="{205E7339-0092-461F-B1E4-A90E6322EAA1}" type="parTrans" cxnId="{6D181FCE-8899-4AB4-B286-DA93B76588DC}">
      <dgm:prSet/>
      <dgm:spPr/>
      <dgm:t>
        <a:bodyPr/>
        <a:lstStyle/>
        <a:p>
          <a:endParaRPr lang="en-US"/>
        </a:p>
      </dgm:t>
    </dgm:pt>
    <dgm:pt modelId="{0D7C6F19-DCAD-49B7-AD8B-6D39C0975F5E}" type="sibTrans" cxnId="{6D181FCE-8899-4AB4-B286-DA93B76588DC}">
      <dgm:prSet/>
      <dgm:spPr/>
      <dgm:t>
        <a:bodyPr/>
        <a:lstStyle/>
        <a:p>
          <a:endParaRPr lang="en-US"/>
        </a:p>
      </dgm:t>
    </dgm:pt>
    <dgm:pt modelId="{284732EE-CCFE-4B7F-90F7-9FB3E9609C91}">
      <dgm:prSet/>
      <dgm:spPr/>
      <dgm:t>
        <a:bodyPr/>
        <a:lstStyle/>
        <a:p>
          <a:r>
            <a:rPr lang="en-US"/>
            <a:t>Identified low performers</a:t>
          </a:r>
        </a:p>
      </dgm:t>
    </dgm:pt>
    <dgm:pt modelId="{1FEE3A10-9C6A-4DFA-B013-8E320024943E}" type="parTrans" cxnId="{5D239DB1-0237-4ED4-A16D-C6E68922849D}">
      <dgm:prSet/>
      <dgm:spPr/>
      <dgm:t>
        <a:bodyPr/>
        <a:lstStyle/>
        <a:p>
          <a:endParaRPr lang="en-US"/>
        </a:p>
      </dgm:t>
    </dgm:pt>
    <dgm:pt modelId="{AB40CB62-3D7D-41E9-8D6A-F4E484CAF186}" type="sibTrans" cxnId="{5D239DB1-0237-4ED4-A16D-C6E68922849D}">
      <dgm:prSet/>
      <dgm:spPr/>
      <dgm:t>
        <a:bodyPr/>
        <a:lstStyle/>
        <a:p>
          <a:endParaRPr lang="en-US"/>
        </a:p>
      </dgm:t>
    </dgm:pt>
    <dgm:pt modelId="{B47A6624-AD55-4148-BF11-515365A826D5}" type="pres">
      <dgm:prSet presAssocID="{565FF5C5-945F-477C-B77E-5FB68CDB9491}" presName="linear" presStyleCnt="0">
        <dgm:presLayoutVars>
          <dgm:animLvl val="lvl"/>
          <dgm:resizeHandles val="exact"/>
        </dgm:presLayoutVars>
      </dgm:prSet>
      <dgm:spPr/>
    </dgm:pt>
    <dgm:pt modelId="{80D46012-57AD-4467-B18B-A84D115BFDE6}" type="pres">
      <dgm:prSet presAssocID="{2A4CB336-09A9-4144-82BF-7D7B8147A6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BF1EDA-2F4E-4C1E-BDC8-8796EFF75D82}" type="pres">
      <dgm:prSet presAssocID="{0D7C6F19-DCAD-49B7-AD8B-6D39C0975F5E}" presName="spacer" presStyleCnt="0"/>
      <dgm:spPr/>
    </dgm:pt>
    <dgm:pt modelId="{0DFE8F4E-2802-4C6F-9996-AE0310102809}" type="pres">
      <dgm:prSet presAssocID="{284732EE-CCFE-4B7F-90F7-9FB3E9609C9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B4F3809-06E9-4F5F-8AA8-E6643E634998}" type="presOf" srcId="{284732EE-CCFE-4B7F-90F7-9FB3E9609C91}" destId="{0DFE8F4E-2802-4C6F-9996-AE0310102809}" srcOrd="0" destOrd="0" presId="urn:microsoft.com/office/officeart/2005/8/layout/vList2"/>
    <dgm:cxn modelId="{C0667E1B-77CE-413E-95DD-10B1C84D9346}" type="presOf" srcId="{2A4CB336-09A9-4144-82BF-7D7B8147A6B7}" destId="{80D46012-57AD-4467-B18B-A84D115BFDE6}" srcOrd="0" destOrd="0" presId="urn:microsoft.com/office/officeart/2005/8/layout/vList2"/>
    <dgm:cxn modelId="{15484E42-1C7C-4D6D-AA72-F10CF504FFC3}" type="presOf" srcId="{565FF5C5-945F-477C-B77E-5FB68CDB9491}" destId="{B47A6624-AD55-4148-BF11-515365A826D5}" srcOrd="0" destOrd="0" presId="urn:microsoft.com/office/officeart/2005/8/layout/vList2"/>
    <dgm:cxn modelId="{5D239DB1-0237-4ED4-A16D-C6E68922849D}" srcId="{565FF5C5-945F-477C-B77E-5FB68CDB9491}" destId="{284732EE-CCFE-4B7F-90F7-9FB3E9609C91}" srcOrd="1" destOrd="0" parTransId="{1FEE3A10-9C6A-4DFA-B013-8E320024943E}" sibTransId="{AB40CB62-3D7D-41E9-8D6A-F4E484CAF186}"/>
    <dgm:cxn modelId="{6D181FCE-8899-4AB4-B286-DA93B76588DC}" srcId="{565FF5C5-945F-477C-B77E-5FB68CDB9491}" destId="{2A4CB336-09A9-4144-82BF-7D7B8147A6B7}" srcOrd="0" destOrd="0" parTransId="{205E7339-0092-461F-B1E4-A90E6322EAA1}" sibTransId="{0D7C6F19-DCAD-49B7-AD8B-6D39C0975F5E}"/>
    <dgm:cxn modelId="{5CB41B63-786C-459D-9681-9761DBBC8412}" type="presParOf" srcId="{B47A6624-AD55-4148-BF11-515365A826D5}" destId="{80D46012-57AD-4467-B18B-A84D115BFDE6}" srcOrd="0" destOrd="0" presId="urn:microsoft.com/office/officeart/2005/8/layout/vList2"/>
    <dgm:cxn modelId="{CA0B363C-4B73-439F-BA76-AEE86469942A}" type="presParOf" srcId="{B47A6624-AD55-4148-BF11-515365A826D5}" destId="{ABBF1EDA-2F4E-4C1E-BDC8-8796EFF75D82}" srcOrd="1" destOrd="0" presId="urn:microsoft.com/office/officeart/2005/8/layout/vList2"/>
    <dgm:cxn modelId="{4F99CB35-B3F0-4A32-98DA-8D27712184CD}" type="presParOf" srcId="{B47A6624-AD55-4148-BF11-515365A826D5}" destId="{0DFE8F4E-2802-4C6F-9996-AE031010280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272BE4-DDB7-4AB3-8698-BB5A80F0173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34B5616-07B7-4709-8140-70DC40B793AC}">
      <dgm:prSet/>
      <dgm:spPr/>
      <dgm:t>
        <a:bodyPr/>
        <a:lstStyle/>
        <a:p>
          <a:r>
            <a:rPr lang="en-US"/>
            <a:t>On-Time %</a:t>
          </a:r>
        </a:p>
      </dgm:t>
    </dgm:pt>
    <dgm:pt modelId="{4787C03B-88EF-46BF-AE29-E16DE554C039}" type="parTrans" cxnId="{D89D8F0B-2A62-4F50-A9CB-6DB06BD28912}">
      <dgm:prSet/>
      <dgm:spPr/>
      <dgm:t>
        <a:bodyPr/>
        <a:lstStyle/>
        <a:p>
          <a:endParaRPr lang="en-US"/>
        </a:p>
      </dgm:t>
    </dgm:pt>
    <dgm:pt modelId="{A43FBCC3-B539-4ABE-B304-113592FB7A38}" type="sibTrans" cxnId="{D89D8F0B-2A62-4F50-A9CB-6DB06BD28912}">
      <dgm:prSet/>
      <dgm:spPr/>
      <dgm:t>
        <a:bodyPr/>
        <a:lstStyle/>
        <a:p>
          <a:endParaRPr lang="en-US"/>
        </a:p>
      </dgm:t>
    </dgm:pt>
    <dgm:pt modelId="{62D9AC5E-E250-4FCB-91A1-A82DCED22DF6}">
      <dgm:prSet/>
      <dgm:spPr/>
      <dgm:t>
        <a:bodyPr/>
        <a:lstStyle/>
        <a:p>
          <a:r>
            <a:rPr lang="en-US"/>
            <a:t>Delay Reasons</a:t>
          </a:r>
        </a:p>
      </dgm:t>
    </dgm:pt>
    <dgm:pt modelId="{A9FD88E1-6DB7-44A3-865C-20EEDA53EC61}" type="parTrans" cxnId="{1D7B9F28-FB8B-4645-ABE5-D4059E601EE8}">
      <dgm:prSet/>
      <dgm:spPr/>
      <dgm:t>
        <a:bodyPr/>
        <a:lstStyle/>
        <a:p>
          <a:endParaRPr lang="en-US"/>
        </a:p>
      </dgm:t>
    </dgm:pt>
    <dgm:pt modelId="{0A52CB8D-E320-49DD-ABCB-655EC08C2ED2}" type="sibTrans" cxnId="{1D7B9F28-FB8B-4645-ABE5-D4059E601EE8}">
      <dgm:prSet/>
      <dgm:spPr/>
      <dgm:t>
        <a:bodyPr/>
        <a:lstStyle/>
        <a:p>
          <a:endParaRPr lang="en-US"/>
        </a:p>
      </dgm:t>
    </dgm:pt>
    <dgm:pt modelId="{FC963C4B-03F4-4836-A190-0758CD3CC27D}">
      <dgm:prSet/>
      <dgm:spPr/>
      <dgm:t>
        <a:bodyPr/>
        <a:lstStyle/>
        <a:p>
          <a:r>
            <a:rPr lang="en-US"/>
            <a:t>Efficiency Metrics</a:t>
          </a:r>
        </a:p>
      </dgm:t>
    </dgm:pt>
    <dgm:pt modelId="{4C1D18E0-24E5-45F5-AF24-F682C5DDB714}" type="parTrans" cxnId="{52A4FA52-9FB4-4598-B24B-E3534D9157B8}">
      <dgm:prSet/>
      <dgm:spPr/>
      <dgm:t>
        <a:bodyPr/>
        <a:lstStyle/>
        <a:p>
          <a:endParaRPr lang="en-US"/>
        </a:p>
      </dgm:t>
    </dgm:pt>
    <dgm:pt modelId="{C15E73E7-4416-4C18-9961-B808A7A9D19C}" type="sibTrans" cxnId="{52A4FA52-9FB4-4598-B24B-E3534D9157B8}">
      <dgm:prSet/>
      <dgm:spPr/>
      <dgm:t>
        <a:bodyPr/>
        <a:lstStyle/>
        <a:p>
          <a:endParaRPr lang="en-US"/>
        </a:p>
      </dgm:t>
    </dgm:pt>
    <dgm:pt modelId="{5A636287-754C-40F8-AE52-E8AFA28009D5}" type="pres">
      <dgm:prSet presAssocID="{1D272BE4-DDB7-4AB3-8698-BB5A80F01735}" presName="linear" presStyleCnt="0">
        <dgm:presLayoutVars>
          <dgm:animLvl val="lvl"/>
          <dgm:resizeHandles val="exact"/>
        </dgm:presLayoutVars>
      </dgm:prSet>
      <dgm:spPr/>
    </dgm:pt>
    <dgm:pt modelId="{2932BB74-92D5-42E2-ACAA-AA72342EA9FC}" type="pres">
      <dgm:prSet presAssocID="{034B5616-07B7-4709-8140-70DC40B793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70A758-B693-4249-8D00-6CC3278597B1}" type="pres">
      <dgm:prSet presAssocID="{A43FBCC3-B539-4ABE-B304-113592FB7A38}" presName="spacer" presStyleCnt="0"/>
      <dgm:spPr/>
    </dgm:pt>
    <dgm:pt modelId="{AFBB8096-D2E0-41BE-8350-F4460DEBA7BA}" type="pres">
      <dgm:prSet presAssocID="{62D9AC5E-E250-4FCB-91A1-A82DCED22DF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F425AB-BB84-44E6-8ADA-C9712AC65134}" type="pres">
      <dgm:prSet presAssocID="{0A52CB8D-E320-49DD-ABCB-655EC08C2ED2}" presName="spacer" presStyleCnt="0"/>
      <dgm:spPr/>
    </dgm:pt>
    <dgm:pt modelId="{6B4DBAB0-A854-4624-A881-49406504ED66}" type="pres">
      <dgm:prSet presAssocID="{FC963C4B-03F4-4836-A190-0758CD3CC2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E522903-B4D7-45C4-B061-1ADEFAEA1C54}" type="presOf" srcId="{FC963C4B-03F4-4836-A190-0758CD3CC27D}" destId="{6B4DBAB0-A854-4624-A881-49406504ED66}" srcOrd="0" destOrd="0" presId="urn:microsoft.com/office/officeart/2005/8/layout/vList2"/>
    <dgm:cxn modelId="{D89D8F0B-2A62-4F50-A9CB-6DB06BD28912}" srcId="{1D272BE4-DDB7-4AB3-8698-BB5A80F01735}" destId="{034B5616-07B7-4709-8140-70DC40B793AC}" srcOrd="0" destOrd="0" parTransId="{4787C03B-88EF-46BF-AE29-E16DE554C039}" sibTransId="{A43FBCC3-B539-4ABE-B304-113592FB7A38}"/>
    <dgm:cxn modelId="{1D7B9F28-FB8B-4645-ABE5-D4059E601EE8}" srcId="{1D272BE4-DDB7-4AB3-8698-BB5A80F01735}" destId="{62D9AC5E-E250-4FCB-91A1-A82DCED22DF6}" srcOrd="1" destOrd="0" parTransId="{A9FD88E1-6DB7-44A3-865C-20EEDA53EC61}" sibTransId="{0A52CB8D-E320-49DD-ABCB-655EC08C2ED2}"/>
    <dgm:cxn modelId="{841AFB3B-4F5B-48FD-9911-F9B6A5203602}" type="presOf" srcId="{034B5616-07B7-4709-8140-70DC40B793AC}" destId="{2932BB74-92D5-42E2-ACAA-AA72342EA9FC}" srcOrd="0" destOrd="0" presId="urn:microsoft.com/office/officeart/2005/8/layout/vList2"/>
    <dgm:cxn modelId="{52A4FA52-9FB4-4598-B24B-E3534D9157B8}" srcId="{1D272BE4-DDB7-4AB3-8698-BB5A80F01735}" destId="{FC963C4B-03F4-4836-A190-0758CD3CC27D}" srcOrd="2" destOrd="0" parTransId="{4C1D18E0-24E5-45F5-AF24-F682C5DDB714}" sibTransId="{C15E73E7-4416-4C18-9961-B808A7A9D19C}"/>
    <dgm:cxn modelId="{63FEDDA1-5DA4-4793-B733-1408B9454968}" type="presOf" srcId="{62D9AC5E-E250-4FCB-91A1-A82DCED22DF6}" destId="{AFBB8096-D2E0-41BE-8350-F4460DEBA7BA}" srcOrd="0" destOrd="0" presId="urn:microsoft.com/office/officeart/2005/8/layout/vList2"/>
    <dgm:cxn modelId="{F3704AC7-481B-4FD4-91B3-87CCEB5B3029}" type="presOf" srcId="{1D272BE4-DDB7-4AB3-8698-BB5A80F01735}" destId="{5A636287-754C-40F8-AE52-E8AFA28009D5}" srcOrd="0" destOrd="0" presId="urn:microsoft.com/office/officeart/2005/8/layout/vList2"/>
    <dgm:cxn modelId="{C3EC3FD4-3905-4446-9A83-E28B09493BE9}" type="presParOf" srcId="{5A636287-754C-40F8-AE52-E8AFA28009D5}" destId="{2932BB74-92D5-42E2-ACAA-AA72342EA9FC}" srcOrd="0" destOrd="0" presId="urn:microsoft.com/office/officeart/2005/8/layout/vList2"/>
    <dgm:cxn modelId="{9BFA539E-113F-48E2-B778-0C48C62D1410}" type="presParOf" srcId="{5A636287-754C-40F8-AE52-E8AFA28009D5}" destId="{CB70A758-B693-4249-8D00-6CC3278597B1}" srcOrd="1" destOrd="0" presId="urn:microsoft.com/office/officeart/2005/8/layout/vList2"/>
    <dgm:cxn modelId="{3AB662C0-782C-4645-AAD5-19AA9B07026E}" type="presParOf" srcId="{5A636287-754C-40F8-AE52-E8AFA28009D5}" destId="{AFBB8096-D2E0-41BE-8350-F4460DEBA7BA}" srcOrd="2" destOrd="0" presId="urn:microsoft.com/office/officeart/2005/8/layout/vList2"/>
    <dgm:cxn modelId="{48B01161-C690-492E-8E97-3E7685D50136}" type="presParOf" srcId="{5A636287-754C-40F8-AE52-E8AFA28009D5}" destId="{66F425AB-BB84-44E6-8ADA-C9712AC65134}" srcOrd="3" destOrd="0" presId="urn:microsoft.com/office/officeart/2005/8/layout/vList2"/>
    <dgm:cxn modelId="{0CF69150-2A2E-447E-B1A3-C4B208D4268F}" type="presParOf" srcId="{5A636287-754C-40F8-AE52-E8AFA28009D5}" destId="{6B4DBAB0-A854-4624-A881-49406504ED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BCDDA3C-AD09-4002-8828-54BA2105ABDF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E394141-3295-40C7-AC41-17C3A3A1ADEF}">
      <dgm:prSet/>
      <dgm:spPr/>
      <dgm:t>
        <a:bodyPr/>
        <a:lstStyle/>
        <a:p>
          <a:r>
            <a:rPr lang="en-US"/>
            <a:t>Traffic is main delay cause</a:t>
          </a:r>
        </a:p>
      </dgm:t>
    </dgm:pt>
    <dgm:pt modelId="{C8088833-C08A-43C0-BA12-F11D284D8BB2}" type="parTrans" cxnId="{2FACBAE9-6B56-4B3F-B3E8-845730855772}">
      <dgm:prSet/>
      <dgm:spPr/>
      <dgm:t>
        <a:bodyPr/>
        <a:lstStyle/>
        <a:p>
          <a:endParaRPr lang="en-US"/>
        </a:p>
      </dgm:t>
    </dgm:pt>
    <dgm:pt modelId="{72E58790-6685-441C-964D-A526452AB1C8}" type="sibTrans" cxnId="{2FACBAE9-6B56-4B3F-B3E8-845730855772}">
      <dgm:prSet/>
      <dgm:spPr/>
      <dgm:t>
        <a:bodyPr/>
        <a:lstStyle/>
        <a:p>
          <a:endParaRPr lang="en-US"/>
        </a:p>
      </dgm:t>
    </dgm:pt>
    <dgm:pt modelId="{8C799A4B-0D8C-4E50-990C-CF0227BDBC15}">
      <dgm:prSet/>
      <dgm:spPr/>
      <dgm:t>
        <a:bodyPr/>
        <a:lstStyle/>
        <a:p>
          <a:r>
            <a:rPr lang="en-US"/>
            <a:t>Some routes inefficient</a:t>
          </a:r>
        </a:p>
      </dgm:t>
    </dgm:pt>
    <dgm:pt modelId="{FA3B1BB4-091E-4A2F-93D1-B12A5D3907D9}" type="parTrans" cxnId="{2492DE11-01A3-47E1-9557-96738E5995A0}">
      <dgm:prSet/>
      <dgm:spPr/>
      <dgm:t>
        <a:bodyPr/>
        <a:lstStyle/>
        <a:p>
          <a:endParaRPr lang="en-US"/>
        </a:p>
      </dgm:t>
    </dgm:pt>
    <dgm:pt modelId="{EE9C3ABB-3FAB-47AE-ADCD-773CC1E07A37}" type="sibTrans" cxnId="{2492DE11-01A3-47E1-9557-96738E5995A0}">
      <dgm:prSet/>
      <dgm:spPr/>
      <dgm:t>
        <a:bodyPr/>
        <a:lstStyle/>
        <a:p>
          <a:endParaRPr lang="en-US"/>
        </a:p>
      </dgm:t>
    </dgm:pt>
    <dgm:pt modelId="{B9E339DA-A8D5-43E6-9BC7-0F5BD9FEDE5C}">
      <dgm:prSet/>
      <dgm:spPr/>
      <dgm:t>
        <a:bodyPr/>
        <a:lstStyle/>
        <a:p>
          <a:r>
            <a:rPr lang="en-US"/>
            <a:t>Warehouse performance varies</a:t>
          </a:r>
        </a:p>
      </dgm:t>
    </dgm:pt>
    <dgm:pt modelId="{C62E820F-DE12-4D12-B093-F913A12B2D26}" type="parTrans" cxnId="{8224387A-D22C-4351-AC47-B0ECFB2A7E48}">
      <dgm:prSet/>
      <dgm:spPr/>
      <dgm:t>
        <a:bodyPr/>
        <a:lstStyle/>
        <a:p>
          <a:endParaRPr lang="en-US"/>
        </a:p>
      </dgm:t>
    </dgm:pt>
    <dgm:pt modelId="{53DBBA0F-482B-4C4B-9E67-FFB047355F2E}" type="sibTrans" cxnId="{8224387A-D22C-4351-AC47-B0ECFB2A7E48}">
      <dgm:prSet/>
      <dgm:spPr/>
      <dgm:t>
        <a:bodyPr/>
        <a:lstStyle/>
        <a:p>
          <a:endParaRPr lang="en-US"/>
        </a:p>
      </dgm:t>
    </dgm:pt>
    <dgm:pt modelId="{11B0D213-EE5E-471D-8394-58CA60AE462A}" type="pres">
      <dgm:prSet presAssocID="{BBCDDA3C-AD09-4002-8828-54BA2105ABDF}" presName="diagram" presStyleCnt="0">
        <dgm:presLayoutVars>
          <dgm:dir/>
          <dgm:resizeHandles val="exact"/>
        </dgm:presLayoutVars>
      </dgm:prSet>
      <dgm:spPr/>
    </dgm:pt>
    <dgm:pt modelId="{B785D088-7472-4B1D-BC2C-7C3377BD6D01}" type="pres">
      <dgm:prSet presAssocID="{3E394141-3295-40C7-AC41-17C3A3A1ADEF}" presName="node" presStyleLbl="node1" presStyleIdx="0" presStyleCnt="3">
        <dgm:presLayoutVars>
          <dgm:bulletEnabled val="1"/>
        </dgm:presLayoutVars>
      </dgm:prSet>
      <dgm:spPr/>
    </dgm:pt>
    <dgm:pt modelId="{FFBDBFC5-61F7-4173-A77D-AE33B1CD60EE}" type="pres">
      <dgm:prSet presAssocID="{72E58790-6685-441C-964D-A526452AB1C8}" presName="sibTrans" presStyleCnt="0"/>
      <dgm:spPr/>
    </dgm:pt>
    <dgm:pt modelId="{6D53173F-1D51-482C-96C4-AEAB605D737B}" type="pres">
      <dgm:prSet presAssocID="{8C799A4B-0D8C-4E50-990C-CF0227BDBC15}" presName="node" presStyleLbl="node1" presStyleIdx="1" presStyleCnt="3">
        <dgm:presLayoutVars>
          <dgm:bulletEnabled val="1"/>
        </dgm:presLayoutVars>
      </dgm:prSet>
      <dgm:spPr/>
    </dgm:pt>
    <dgm:pt modelId="{73397CC7-CD90-4559-A32D-D429C6954475}" type="pres">
      <dgm:prSet presAssocID="{EE9C3ABB-3FAB-47AE-ADCD-773CC1E07A37}" presName="sibTrans" presStyleCnt="0"/>
      <dgm:spPr/>
    </dgm:pt>
    <dgm:pt modelId="{47204C1D-BB45-4B8A-8C36-AD1CE157DE3F}" type="pres">
      <dgm:prSet presAssocID="{B9E339DA-A8D5-43E6-9BC7-0F5BD9FEDE5C}" presName="node" presStyleLbl="node1" presStyleIdx="2" presStyleCnt="3">
        <dgm:presLayoutVars>
          <dgm:bulletEnabled val="1"/>
        </dgm:presLayoutVars>
      </dgm:prSet>
      <dgm:spPr/>
    </dgm:pt>
  </dgm:ptLst>
  <dgm:cxnLst>
    <dgm:cxn modelId="{2492DE11-01A3-47E1-9557-96738E5995A0}" srcId="{BBCDDA3C-AD09-4002-8828-54BA2105ABDF}" destId="{8C799A4B-0D8C-4E50-990C-CF0227BDBC15}" srcOrd="1" destOrd="0" parTransId="{FA3B1BB4-091E-4A2F-93D1-B12A5D3907D9}" sibTransId="{EE9C3ABB-3FAB-47AE-ADCD-773CC1E07A37}"/>
    <dgm:cxn modelId="{23BD4E31-6744-4BA0-B18F-0C9A3E2CC552}" type="presOf" srcId="{B9E339DA-A8D5-43E6-9BC7-0F5BD9FEDE5C}" destId="{47204C1D-BB45-4B8A-8C36-AD1CE157DE3F}" srcOrd="0" destOrd="0" presId="urn:microsoft.com/office/officeart/2005/8/layout/default"/>
    <dgm:cxn modelId="{1A62D574-F1DB-4A9B-9603-0F71004EB95C}" type="presOf" srcId="{8C799A4B-0D8C-4E50-990C-CF0227BDBC15}" destId="{6D53173F-1D51-482C-96C4-AEAB605D737B}" srcOrd="0" destOrd="0" presId="urn:microsoft.com/office/officeart/2005/8/layout/default"/>
    <dgm:cxn modelId="{8224387A-D22C-4351-AC47-B0ECFB2A7E48}" srcId="{BBCDDA3C-AD09-4002-8828-54BA2105ABDF}" destId="{B9E339DA-A8D5-43E6-9BC7-0F5BD9FEDE5C}" srcOrd="2" destOrd="0" parTransId="{C62E820F-DE12-4D12-B093-F913A12B2D26}" sibTransId="{53DBBA0F-482B-4C4B-9E67-FFB047355F2E}"/>
    <dgm:cxn modelId="{2FACBAE9-6B56-4B3F-B3E8-845730855772}" srcId="{BBCDDA3C-AD09-4002-8828-54BA2105ABDF}" destId="{3E394141-3295-40C7-AC41-17C3A3A1ADEF}" srcOrd="0" destOrd="0" parTransId="{C8088833-C08A-43C0-BA12-F11D284D8BB2}" sibTransId="{72E58790-6685-441C-964D-A526452AB1C8}"/>
    <dgm:cxn modelId="{26C18CEF-7C14-4569-A960-C224DF2F7C61}" type="presOf" srcId="{3E394141-3295-40C7-AC41-17C3A3A1ADEF}" destId="{B785D088-7472-4B1D-BC2C-7C3377BD6D01}" srcOrd="0" destOrd="0" presId="urn:microsoft.com/office/officeart/2005/8/layout/default"/>
    <dgm:cxn modelId="{57F957F9-1307-4324-AAD6-45ECFF00AE7F}" type="presOf" srcId="{BBCDDA3C-AD09-4002-8828-54BA2105ABDF}" destId="{11B0D213-EE5E-471D-8394-58CA60AE462A}" srcOrd="0" destOrd="0" presId="urn:microsoft.com/office/officeart/2005/8/layout/default"/>
    <dgm:cxn modelId="{C6619D98-C975-4310-87EB-6569EBDC69C3}" type="presParOf" srcId="{11B0D213-EE5E-471D-8394-58CA60AE462A}" destId="{B785D088-7472-4B1D-BC2C-7C3377BD6D01}" srcOrd="0" destOrd="0" presId="urn:microsoft.com/office/officeart/2005/8/layout/default"/>
    <dgm:cxn modelId="{1C617A99-B739-4EAD-9DCB-7DEC380F2A8A}" type="presParOf" srcId="{11B0D213-EE5E-471D-8394-58CA60AE462A}" destId="{FFBDBFC5-61F7-4173-A77D-AE33B1CD60EE}" srcOrd="1" destOrd="0" presId="urn:microsoft.com/office/officeart/2005/8/layout/default"/>
    <dgm:cxn modelId="{2D4090AD-A3D3-4670-B401-704F98598668}" type="presParOf" srcId="{11B0D213-EE5E-471D-8394-58CA60AE462A}" destId="{6D53173F-1D51-482C-96C4-AEAB605D737B}" srcOrd="2" destOrd="0" presId="urn:microsoft.com/office/officeart/2005/8/layout/default"/>
    <dgm:cxn modelId="{B0BAACE7-DFF1-413A-9BFC-2EA4C6807C46}" type="presParOf" srcId="{11B0D213-EE5E-471D-8394-58CA60AE462A}" destId="{73397CC7-CD90-4559-A32D-D429C6954475}" srcOrd="3" destOrd="0" presId="urn:microsoft.com/office/officeart/2005/8/layout/default"/>
    <dgm:cxn modelId="{DA8667BB-1349-4974-9440-CFD3B8496B81}" type="presParOf" srcId="{11B0D213-EE5E-471D-8394-58CA60AE462A}" destId="{47204C1D-BB45-4B8A-8C36-AD1CE157DE3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6ED194A-D142-4C4F-9AA7-43BD97E5F5B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FB2F99-C02E-46E9-AFCB-E0D5E2115F78}">
      <dgm:prSet/>
      <dgm:spPr/>
      <dgm:t>
        <a:bodyPr/>
        <a:lstStyle/>
        <a:p>
          <a:r>
            <a:rPr lang="en-US"/>
            <a:t>Data-driven logistics improves efficiency</a:t>
          </a:r>
        </a:p>
      </dgm:t>
    </dgm:pt>
    <dgm:pt modelId="{C6592D2C-B919-49D5-9FC0-B75C5D853060}" type="parTrans" cxnId="{ECCC8C42-DAB7-49F8-94DB-19B9A4957FE1}">
      <dgm:prSet/>
      <dgm:spPr/>
      <dgm:t>
        <a:bodyPr/>
        <a:lstStyle/>
        <a:p>
          <a:endParaRPr lang="en-US"/>
        </a:p>
      </dgm:t>
    </dgm:pt>
    <dgm:pt modelId="{C115DBFB-EAD5-4C41-9A50-74C33D5F3EF6}" type="sibTrans" cxnId="{ECCC8C42-DAB7-49F8-94DB-19B9A4957FE1}">
      <dgm:prSet/>
      <dgm:spPr/>
      <dgm:t>
        <a:bodyPr/>
        <a:lstStyle/>
        <a:p>
          <a:endParaRPr lang="en-US"/>
        </a:p>
      </dgm:t>
    </dgm:pt>
    <dgm:pt modelId="{E87AE359-7927-4018-BFB4-D5F016E832C7}">
      <dgm:prSet/>
      <dgm:spPr/>
      <dgm:t>
        <a:bodyPr/>
        <a:lstStyle/>
        <a:p>
          <a:r>
            <a:rPr lang="en-US"/>
            <a:t>Optimization needed</a:t>
          </a:r>
        </a:p>
      </dgm:t>
    </dgm:pt>
    <dgm:pt modelId="{9F3B57BA-6C75-4C37-BA9C-F39B3A3C0A9E}" type="parTrans" cxnId="{2B6FEC1B-B4A3-4618-9299-28B61BB687A8}">
      <dgm:prSet/>
      <dgm:spPr/>
      <dgm:t>
        <a:bodyPr/>
        <a:lstStyle/>
        <a:p>
          <a:endParaRPr lang="en-US"/>
        </a:p>
      </dgm:t>
    </dgm:pt>
    <dgm:pt modelId="{4C11F65E-93D9-4062-9914-5D54DF6BB15B}" type="sibTrans" cxnId="{2B6FEC1B-B4A3-4618-9299-28B61BB687A8}">
      <dgm:prSet/>
      <dgm:spPr/>
      <dgm:t>
        <a:bodyPr/>
        <a:lstStyle/>
        <a:p>
          <a:endParaRPr lang="en-US"/>
        </a:p>
      </dgm:t>
    </dgm:pt>
    <dgm:pt modelId="{86840D7B-D359-4686-9466-C8179232BA02}" type="pres">
      <dgm:prSet presAssocID="{16ED194A-D142-4C4F-9AA7-43BD97E5F5BC}" presName="linear" presStyleCnt="0">
        <dgm:presLayoutVars>
          <dgm:animLvl val="lvl"/>
          <dgm:resizeHandles val="exact"/>
        </dgm:presLayoutVars>
      </dgm:prSet>
      <dgm:spPr/>
    </dgm:pt>
    <dgm:pt modelId="{D8EB6BE0-C28D-4FF9-A746-E636F6E32081}" type="pres">
      <dgm:prSet presAssocID="{D1FB2F99-C02E-46E9-AFCB-E0D5E2115F7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4055DE2-BEFD-487F-AD09-E2ADD99F4603}" type="pres">
      <dgm:prSet presAssocID="{C115DBFB-EAD5-4C41-9A50-74C33D5F3EF6}" presName="spacer" presStyleCnt="0"/>
      <dgm:spPr/>
    </dgm:pt>
    <dgm:pt modelId="{2C318BBC-9043-4603-8B6C-872C5D07598C}" type="pres">
      <dgm:prSet presAssocID="{E87AE359-7927-4018-BFB4-D5F016E832C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448E416-31A0-4185-9D92-4F4A7F99BD16}" type="presOf" srcId="{16ED194A-D142-4C4F-9AA7-43BD97E5F5BC}" destId="{86840D7B-D359-4686-9466-C8179232BA02}" srcOrd="0" destOrd="0" presId="urn:microsoft.com/office/officeart/2005/8/layout/vList2"/>
    <dgm:cxn modelId="{2B6FEC1B-B4A3-4618-9299-28B61BB687A8}" srcId="{16ED194A-D142-4C4F-9AA7-43BD97E5F5BC}" destId="{E87AE359-7927-4018-BFB4-D5F016E832C7}" srcOrd="1" destOrd="0" parTransId="{9F3B57BA-6C75-4C37-BA9C-F39B3A3C0A9E}" sibTransId="{4C11F65E-93D9-4062-9914-5D54DF6BB15B}"/>
    <dgm:cxn modelId="{ECCC8C42-DAB7-49F8-94DB-19B9A4957FE1}" srcId="{16ED194A-D142-4C4F-9AA7-43BD97E5F5BC}" destId="{D1FB2F99-C02E-46E9-AFCB-E0D5E2115F78}" srcOrd="0" destOrd="0" parTransId="{C6592D2C-B919-49D5-9FC0-B75C5D853060}" sibTransId="{C115DBFB-EAD5-4C41-9A50-74C33D5F3EF6}"/>
    <dgm:cxn modelId="{42B9A558-6E89-42BA-A664-9905DA85B785}" type="presOf" srcId="{D1FB2F99-C02E-46E9-AFCB-E0D5E2115F78}" destId="{D8EB6BE0-C28D-4FF9-A746-E636F6E32081}" srcOrd="0" destOrd="0" presId="urn:microsoft.com/office/officeart/2005/8/layout/vList2"/>
    <dgm:cxn modelId="{6740E4F7-B7AA-404D-920F-693A0544BE21}" type="presOf" srcId="{E87AE359-7927-4018-BFB4-D5F016E832C7}" destId="{2C318BBC-9043-4603-8B6C-872C5D07598C}" srcOrd="0" destOrd="0" presId="urn:microsoft.com/office/officeart/2005/8/layout/vList2"/>
    <dgm:cxn modelId="{F510A237-93E9-4132-A644-9092175326A2}" type="presParOf" srcId="{86840D7B-D359-4686-9466-C8179232BA02}" destId="{D8EB6BE0-C28D-4FF9-A746-E636F6E32081}" srcOrd="0" destOrd="0" presId="urn:microsoft.com/office/officeart/2005/8/layout/vList2"/>
    <dgm:cxn modelId="{DBF02D35-8A83-4659-932E-B464C1E1D0AE}" type="presParOf" srcId="{86840D7B-D359-4686-9466-C8179232BA02}" destId="{54055DE2-BEFD-487F-AD09-E2ADD99F4603}" srcOrd="1" destOrd="0" presId="urn:microsoft.com/office/officeart/2005/8/layout/vList2"/>
    <dgm:cxn modelId="{DECBCFA8-EBE5-4E05-854C-26300EF87A9E}" type="presParOf" srcId="{86840D7B-D359-4686-9466-C8179232BA02}" destId="{2C318BBC-9043-4603-8B6C-872C5D0759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24AFE-32CE-45D8-AFD5-DE8FC87178D9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4B6B71-B88D-4496-9BA0-86521C3C5055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SQL &amp; Power BI Project</a:t>
          </a:r>
        </a:p>
      </dsp:txBody>
      <dsp:txXfrm>
        <a:off x="85060" y="2776702"/>
        <a:ext cx="3690000" cy="720000"/>
      </dsp:txXfrm>
    </dsp:sp>
    <dsp:sp modelId="{C66130E8-5C7C-4CB1-9892-E539A596DC41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17DBF-E381-498C-BA0F-445E32E6A52B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Presented by: Bogireddy Nithin Kumar Reddy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2FEEB-A7AC-4C42-9FE8-EE7C8263C9FD}">
      <dsp:nvSpPr>
        <dsp:cNvPr id="0" name=""/>
        <dsp:cNvSpPr/>
      </dsp:nvSpPr>
      <dsp:spPr>
        <a:xfrm>
          <a:off x="2454342" y="1446710"/>
          <a:ext cx="91440" cy="5241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198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6192" y="1706035"/>
        <a:ext cx="27739" cy="5547"/>
      </dsp:txXfrm>
    </dsp:sp>
    <dsp:sp modelId="{BD350DA4-5B86-4F96-B05A-51E4C833AC87}">
      <dsp:nvSpPr>
        <dsp:cNvPr id="0" name=""/>
        <dsp:cNvSpPr/>
      </dsp:nvSpPr>
      <dsp:spPr>
        <a:xfrm>
          <a:off x="1293977" y="1208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Analyze logistics performance</a:t>
          </a:r>
        </a:p>
      </dsp:txBody>
      <dsp:txXfrm>
        <a:off x="1293977" y="1208"/>
        <a:ext cx="2412169" cy="1447301"/>
      </dsp:txXfrm>
    </dsp:sp>
    <dsp:sp modelId="{90E827A1-CA86-4BED-A32A-84959AA2AB37}">
      <dsp:nvSpPr>
        <dsp:cNvPr id="0" name=""/>
        <dsp:cNvSpPr/>
      </dsp:nvSpPr>
      <dsp:spPr>
        <a:xfrm>
          <a:off x="2454342" y="3448810"/>
          <a:ext cx="91440" cy="5241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4198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6192" y="3708136"/>
        <a:ext cx="27739" cy="5547"/>
      </dsp:txXfrm>
    </dsp:sp>
    <dsp:sp modelId="{FCD5EA25-0354-4BCE-AD13-B8D3F8993A36}">
      <dsp:nvSpPr>
        <dsp:cNvPr id="0" name=""/>
        <dsp:cNvSpPr/>
      </dsp:nvSpPr>
      <dsp:spPr>
        <a:xfrm>
          <a:off x="1293977" y="20033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Identify delays</a:t>
          </a:r>
        </a:p>
      </dsp:txBody>
      <dsp:txXfrm>
        <a:off x="1293977" y="2003309"/>
        <a:ext cx="2412169" cy="1447301"/>
      </dsp:txXfrm>
    </dsp:sp>
    <dsp:sp modelId="{069B19D4-01B6-4AC9-8F92-813AD1405620}">
      <dsp:nvSpPr>
        <dsp:cNvPr id="0" name=""/>
        <dsp:cNvSpPr/>
      </dsp:nvSpPr>
      <dsp:spPr>
        <a:xfrm>
          <a:off x="1293977" y="40054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Optimize routes and warehouses</a:t>
          </a:r>
        </a:p>
      </dsp:txBody>
      <dsp:txXfrm>
        <a:off x="1293977" y="4005409"/>
        <a:ext cx="2412169" cy="14473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164B-6887-4C56-B090-A4BDE5156672}">
      <dsp:nvSpPr>
        <dsp:cNvPr id="0" name=""/>
        <dsp:cNvSpPr/>
      </dsp:nvSpPr>
      <dsp:spPr>
        <a:xfrm>
          <a:off x="1000024" y="1704"/>
          <a:ext cx="4000099" cy="17469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443728" rIns="77613" bIns="4437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delivery efficiency</a:t>
          </a:r>
        </a:p>
      </dsp:txBody>
      <dsp:txXfrm>
        <a:off x="1000024" y="1704"/>
        <a:ext cx="4000099" cy="1746958"/>
      </dsp:txXfrm>
    </dsp:sp>
    <dsp:sp modelId="{A56751A7-D118-46AB-B1D6-8B1F875960F1}">
      <dsp:nvSpPr>
        <dsp:cNvPr id="0" name=""/>
        <dsp:cNvSpPr/>
      </dsp:nvSpPr>
      <dsp:spPr>
        <a:xfrm>
          <a:off x="0" y="1704"/>
          <a:ext cx="1000024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72561" rIns="52918" bIns="1725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Improve</a:t>
          </a:r>
        </a:p>
      </dsp:txBody>
      <dsp:txXfrm>
        <a:off x="0" y="1704"/>
        <a:ext cx="1000024" cy="1746958"/>
      </dsp:txXfrm>
    </dsp:sp>
    <dsp:sp modelId="{4FD96069-280A-4948-BB1F-E14C6F19365E}">
      <dsp:nvSpPr>
        <dsp:cNvPr id="0" name=""/>
        <dsp:cNvSpPr/>
      </dsp:nvSpPr>
      <dsp:spPr>
        <a:xfrm>
          <a:off x="1000024" y="1853480"/>
          <a:ext cx="4000099" cy="1746958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443728" rIns="77613" bIns="4437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 delays</a:t>
          </a:r>
        </a:p>
      </dsp:txBody>
      <dsp:txXfrm>
        <a:off x="1000024" y="1853480"/>
        <a:ext cx="4000099" cy="1746958"/>
      </dsp:txXfrm>
    </dsp:sp>
    <dsp:sp modelId="{D4552CE4-4BCA-4D39-A399-FE5EAF76D919}">
      <dsp:nvSpPr>
        <dsp:cNvPr id="0" name=""/>
        <dsp:cNvSpPr/>
      </dsp:nvSpPr>
      <dsp:spPr>
        <a:xfrm>
          <a:off x="0" y="1853480"/>
          <a:ext cx="1000024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72561" rIns="52918" bIns="1725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Reduce</a:t>
          </a:r>
        </a:p>
      </dsp:txBody>
      <dsp:txXfrm>
        <a:off x="0" y="1853480"/>
        <a:ext cx="1000024" cy="1746958"/>
      </dsp:txXfrm>
    </dsp:sp>
    <dsp:sp modelId="{2BE2E480-5FBA-4EA7-B126-F5E6CD4AA55D}">
      <dsp:nvSpPr>
        <dsp:cNvPr id="0" name=""/>
        <dsp:cNvSpPr/>
      </dsp:nvSpPr>
      <dsp:spPr>
        <a:xfrm>
          <a:off x="1000024" y="3705256"/>
          <a:ext cx="4000099" cy="1746958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443728" rIns="77613" bIns="44372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Analyze agent and warehouse performance</a:t>
          </a:r>
        </a:p>
      </dsp:txBody>
      <dsp:txXfrm>
        <a:off x="1000024" y="3705256"/>
        <a:ext cx="4000099" cy="1746958"/>
      </dsp:txXfrm>
    </dsp:sp>
    <dsp:sp modelId="{B3BC318F-50C8-4339-B265-6105972D88B6}">
      <dsp:nvSpPr>
        <dsp:cNvPr id="0" name=""/>
        <dsp:cNvSpPr/>
      </dsp:nvSpPr>
      <dsp:spPr>
        <a:xfrm>
          <a:off x="0" y="3705256"/>
          <a:ext cx="1000024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72561" rIns="52918" bIns="1725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Analyze</a:t>
          </a:r>
        </a:p>
      </dsp:txBody>
      <dsp:txXfrm>
        <a:off x="0" y="3705256"/>
        <a:ext cx="1000024" cy="17469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B0B54-70B5-4E46-ABE8-C8DD6B799808}">
      <dsp:nvSpPr>
        <dsp:cNvPr id="0" name=""/>
        <dsp:cNvSpPr/>
      </dsp:nvSpPr>
      <dsp:spPr>
        <a:xfrm>
          <a:off x="0" y="32337"/>
          <a:ext cx="5000124" cy="98338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Orders </a:t>
          </a:r>
        </a:p>
      </dsp:txBody>
      <dsp:txXfrm>
        <a:off x="48005" y="80342"/>
        <a:ext cx="4904114" cy="887374"/>
      </dsp:txXfrm>
    </dsp:sp>
    <dsp:sp modelId="{DE70C7FD-5FFB-4DF3-866F-901B59C8ED82}">
      <dsp:nvSpPr>
        <dsp:cNvPr id="0" name=""/>
        <dsp:cNvSpPr/>
      </dsp:nvSpPr>
      <dsp:spPr>
        <a:xfrm>
          <a:off x="0" y="1133802"/>
          <a:ext cx="5000124" cy="983384"/>
        </a:xfrm>
        <a:prstGeom prst="round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Routes</a:t>
          </a:r>
        </a:p>
      </dsp:txBody>
      <dsp:txXfrm>
        <a:off x="48005" y="1181807"/>
        <a:ext cx="4904114" cy="887374"/>
      </dsp:txXfrm>
    </dsp:sp>
    <dsp:sp modelId="{0552C020-38AA-4F1D-8A5A-86F470FF94C5}">
      <dsp:nvSpPr>
        <dsp:cNvPr id="0" name=""/>
        <dsp:cNvSpPr/>
      </dsp:nvSpPr>
      <dsp:spPr>
        <a:xfrm>
          <a:off x="0" y="2235267"/>
          <a:ext cx="5000124" cy="983384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Warehouses</a:t>
          </a:r>
        </a:p>
      </dsp:txBody>
      <dsp:txXfrm>
        <a:off x="48005" y="2283272"/>
        <a:ext cx="4904114" cy="887374"/>
      </dsp:txXfrm>
    </dsp:sp>
    <dsp:sp modelId="{D65AF815-E4A9-468B-A3CF-3FBC42FD48B3}">
      <dsp:nvSpPr>
        <dsp:cNvPr id="0" name=""/>
        <dsp:cNvSpPr/>
      </dsp:nvSpPr>
      <dsp:spPr>
        <a:xfrm>
          <a:off x="0" y="3336732"/>
          <a:ext cx="5000124" cy="983384"/>
        </a:xfrm>
        <a:prstGeom prst="round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Delivery Agents</a:t>
          </a:r>
        </a:p>
      </dsp:txBody>
      <dsp:txXfrm>
        <a:off x="48005" y="3384737"/>
        <a:ext cx="4904114" cy="887374"/>
      </dsp:txXfrm>
    </dsp:sp>
    <dsp:sp modelId="{E7F2248D-B9C6-4D6A-BE9C-8B2CEF8176DA}">
      <dsp:nvSpPr>
        <dsp:cNvPr id="0" name=""/>
        <dsp:cNvSpPr/>
      </dsp:nvSpPr>
      <dsp:spPr>
        <a:xfrm>
          <a:off x="0" y="4438197"/>
          <a:ext cx="5000124" cy="98338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Shipment Tracking</a:t>
          </a:r>
        </a:p>
      </dsp:txBody>
      <dsp:txXfrm>
        <a:off x="48005" y="4486202"/>
        <a:ext cx="4904114" cy="8873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45DBA-31EE-4590-ADC4-E168CC9BF918}">
      <dsp:nvSpPr>
        <dsp:cNvPr id="0" name=""/>
        <dsp:cNvSpPr/>
      </dsp:nvSpPr>
      <dsp:spPr>
        <a:xfrm>
          <a:off x="1137723" y="2283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Removed duplicates</a:t>
          </a:r>
        </a:p>
      </dsp:txBody>
      <dsp:txXfrm>
        <a:off x="1137723" y="2283"/>
        <a:ext cx="2724676" cy="1634806"/>
      </dsp:txXfrm>
    </dsp:sp>
    <dsp:sp modelId="{A5B2E302-CB7D-4C1A-8E4C-84BCC6322436}">
      <dsp:nvSpPr>
        <dsp:cNvPr id="0" name=""/>
        <dsp:cNvSpPr/>
      </dsp:nvSpPr>
      <dsp:spPr>
        <a:xfrm>
          <a:off x="1137723" y="1909556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Handled NULL values</a:t>
          </a:r>
        </a:p>
      </dsp:txBody>
      <dsp:txXfrm>
        <a:off x="1137723" y="1909556"/>
        <a:ext cx="2724676" cy="1634806"/>
      </dsp:txXfrm>
    </dsp:sp>
    <dsp:sp modelId="{516B275C-E435-4A6D-B089-37737200BE77}">
      <dsp:nvSpPr>
        <dsp:cNvPr id="0" name=""/>
        <dsp:cNvSpPr/>
      </dsp:nvSpPr>
      <dsp:spPr>
        <a:xfrm>
          <a:off x="1137723" y="3816830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Standardized data</a:t>
          </a:r>
        </a:p>
      </dsp:txBody>
      <dsp:txXfrm>
        <a:off x="1137723" y="3816830"/>
        <a:ext cx="2724676" cy="16348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2C00B-C4FB-4144-81C9-21434BD2EF10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Identified delayed routes</a:t>
          </a:r>
        </a:p>
      </dsp:txBody>
      <dsp:txXfrm>
        <a:off x="83502" y="120811"/>
        <a:ext cx="4833120" cy="1543536"/>
      </dsp:txXfrm>
    </dsp:sp>
    <dsp:sp modelId="{A7483C50-15DA-4415-96FA-54ED3D6A42FB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Analyzed delay reasons</a:t>
          </a:r>
        </a:p>
      </dsp:txBody>
      <dsp:txXfrm>
        <a:off x="83502" y="1955191"/>
        <a:ext cx="4833120" cy="1543536"/>
      </dsp:txXfrm>
    </dsp:sp>
    <dsp:sp modelId="{3E6DFAC7-CF5D-42C8-8705-2766EC3C9D94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Ranked delays</a:t>
          </a:r>
        </a:p>
      </dsp:txBody>
      <dsp:txXfrm>
        <a:off x="83502" y="3789571"/>
        <a:ext cx="4833120" cy="1543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0C1E9-0FEF-456B-B36A-121F4A6D4D88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Calculated efficiency ratio</a:t>
          </a:r>
        </a:p>
      </dsp:txBody>
      <dsp:txXfrm>
        <a:off x="83502" y="120811"/>
        <a:ext cx="4833120" cy="1543536"/>
      </dsp:txXfrm>
    </dsp:sp>
    <dsp:sp modelId="{94117477-A9E6-4569-9DCC-5A572A91C1AD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Identified worst routes</a:t>
          </a:r>
        </a:p>
      </dsp:txBody>
      <dsp:txXfrm>
        <a:off x="83502" y="1955191"/>
        <a:ext cx="4833120" cy="1543536"/>
      </dsp:txXfrm>
    </dsp:sp>
    <dsp:sp modelId="{0469631C-0C1B-4D03-A73B-FA81AFD49166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Improved routing</a:t>
          </a:r>
        </a:p>
      </dsp:txBody>
      <dsp:txXfrm>
        <a:off x="83502" y="3789571"/>
        <a:ext cx="4833120" cy="154353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5B9F6-BBAD-437D-B57A-159DD8BAACC1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Analyzed processing time</a:t>
          </a:r>
        </a:p>
      </dsp:txBody>
      <dsp:txXfrm>
        <a:off x="83502" y="120811"/>
        <a:ext cx="4833120" cy="1543536"/>
      </dsp:txXfrm>
    </dsp:sp>
    <dsp:sp modelId="{1402C27B-DC13-4F3C-849B-40C6DC187BC5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Compared delays</a:t>
          </a:r>
        </a:p>
      </dsp:txBody>
      <dsp:txXfrm>
        <a:off x="83502" y="1955191"/>
        <a:ext cx="4833120" cy="1543536"/>
      </dsp:txXfrm>
    </dsp:sp>
    <dsp:sp modelId="{A290055B-8385-45B3-A55E-11C049D359D4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Identified bottlenecks</a:t>
          </a:r>
        </a:p>
      </dsp:txBody>
      <dsp:txXfrm>
        <a:off x="83502" y="3789571"/>
        <a:ext cx="4833120" cy="154353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46012-57AD-4467-B18B-A84D115BFDE6}">
      <dsp:nvSpPr>
        <dsp:cNvPr id="0" name=""/>
        <dsp:cNvSpPr/>
      </dsp:nvSpPr>
      <dsp:spPr>
        <a:xfrm>
          <a:off x="0" y="253760"/>
          <a:ext cx="5000124" cy="2386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Compared efficiency</a:t>
          </a:r>
        </a:p>
      </dsp:txBody>
      <dsp:txXfrm>
        <a:off x="116514" y="370274"/>
        <a:ext cx="4767096" cy="2153772"/>
      </dsp:txXfrm>
    </dsp:sp>
    <dsp:sp modelId="{0DFE8F4E-2802-4C6F-9996-AE0310102809}">
      <dsp:nvSpPr>
        <dsp:cNvPr id="0" name=""/>
        <dsp:cNvSpPr/>
      </dsp:nvSpPr>
      <dsp:spPr>
        <a:xfrm>
          <a:off x="0" y="2813360"/>
          <a:ext cx="5000124" cy="23868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/>
            <a:t>Identified low performers</a:t>
          </a:r>
        </a:p>
      </dsp:txBody>
      <dsp:txXfrm>
        <a:off x="116514" y="2929874"/>
        <a:ext cx="4767096" cy="215377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2BB74-92D5-42E2-ACAA-AA72342EA9FC}">
      <dsp:nvSpPr>
        <dsp:cNvPr id="0" name=""/>
        <dsp:cNvSpPr/>
      </dsp:nvSpPr>
      <dsp:spPr>
        <a:xfrm>
          <a:off x="0" y="822942"/>
          <a:ext cx="5000124" cy="11752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On-Time %</a:t>
          </a:r>
        </a:p>
      </dsp:txBody>
      <dsp:txXfrm>
        <a:off x="57372" y="880314"/>
        <a:ext cx="4885380" cy="1060520"/>
      </dsp:txXfrm>
    </dsp:sp>
    <dsp:sp modelId="{AFBB8096-D2E0-41BE-8350-F4460DEBA7BA}">
      <dsp:nvSpPr>
        <dsp:cNvPr id="0" name=""/>
        <dsp:cNvSpPr/>
      </dsp:nvSpPr>
      <dsp:spPr>
        <a:xfrm>
          <a:off x="0" y="2139327"/>
          <a:ext cx="5000124" cy="1175264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Delay Reasons</a:t>
          </a:r>
        </a:p>
      </dsp:txBody>
      <dsp:txXfrm>
        <a:off x="57372" y="2196699"/>
        <a:ext cx="4885380" cy="1060520"/>
      </dsp:txXfrm>
    </dsp:sp>
    <dsp:sp modelId="{6B4DBAB0-A854-4624-A881-49406504ED66}">
      <dsp:nvSpPr>
        <dsp:cNvPr id="0" name=""/>
        <dsp:cNvSpPr/>
      </dsp:nvSpPr>
      <dsp:spPr>
        <a:xfrm>
          <a:off x="0" y="3455712"/>
          <a:ext cx="5000124" cy="117526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Efficiency Metrics</a:t>
          </a:r>
        </a:p>
      </dsp:txBody>
      <dsp:txXfrm>
        <a:off x="57372" y="3513084"/>
        <a:ext cx="4885380" cy="10605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5D088-7472-4B1D-BC2C-7C3377BD6D01}">
      <dsp:nvSpPr>
        <dsp:cNvPr id="0" name=""/>
        <dsp:cNvSpPr/>
      </dsp:nvSpPr>
      <dsp:spPr>
        <a:xfrm>
          <a:off x="1137723" y="2283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Traffic is main delay cause</a:t>
          </a:r>
        </a:p>
      </dsp:txBody>
      <dsp:txXfrm>
        <a:off x="1137723" y="2283"/>
        <a:ext cx="2724676" cy="1634806"/>
      </dsp:txXfrm>
    </dsp:sp>
    <dsp:sp modelId="{6D53173F-1D51-482C-96C4-AEAB605D737B}">
      <dsp:nvSpPr>
        <dsp:cNvPr id="0" name=""/>
        <dsp:cNvSpPr/>
      </dsp:nvSpPr>
      <dsp:spPr>
        <a:xfrm>
          <a:off x="1137723" y="1909556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Some routes inefficient</a:t>
          </a:r>
        </a:p>
      </dsp:txBody>
      <dsp:txXfrm>
        <a:off x="1137723" y="1909556"/>
        <a:ext cx="2724676" cy="1634806"/>
      </dsp:txXfrm>
    </dsp:sp>
    <dsp:sp modelId="{47204C1D-BB45-4B8A-8C36-AD1CE157DE3F}">
      <dsp:nvSpPr>
        <dsp:cNvPr id="0" name=""/>
        <dsp:cNvSpPr/>
      </dsp:nvSpPr>
      <dsp:spPr>
        <a:xfrm>
          <a:off x="1137723" y="3816830"/>
          <a:ext cx="2724676" cy="1634806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Warehouse performance varies</a:t>
          </a:r>
        </a:p>
      </dsp:txBody>
      <dsp:txXfrm>
        <a:off x="1137723" y="3816830"/>
        <a:ext cx="2724676" cy="163480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B6BE0-C28D-4FF9-A746-E636F6E32081}">
      <dsp:nvSpPr>
        <dsp:cNvPr id="0" name=""/>
        <dsp:cNvSpPr/>
      </dsp:nvSpPr>
      <dsp:spPr>
        <a:xfrm>
          <a:off x="0" y="74749"/>
          <a:ext cx="5000124" cy="25845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Data-driven logistics improves efficiency</a:t>
          </a:r>
        </a:p>
      </dsp:txBody>
      <dsp:txXfrm>
        <a:off x="126166" y="200915"/>
        <a:ext cx="4747792" cy="2332198"/>
      </dsp:txXfrm>
    </dsp:sp>
    <dsp:sp modelId="{2C318BBC-9043-4603-8B6C-872C5D07598C}">
      <dsp:nvSpPr>
        <dsp:cNvPr id="0" name=""/>
        <dsp:cNvSpPr/>
      </dsp:nvSpPr>
      <dsp:spPr>
        <a:xfrm>
          <a:off x="0" y="2794640"/>
          <a:ext cx="5000124" cy="258453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Optimization needed</a:t>
          </a:r>
        </a:p>
      </dsp:txBody>
      <dsp:txXfrm>
        <a:off x="126166" y="2920806"/>
        <a:ext cx="4747792" cy="2332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  <a:ea typeface="+mj-lt"/>
                <a:cs typeface="+mj-lt"/>
              </a:rPr>
              <a:t>Logistics Optimization for Delivery Routes – Flipkart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8C6187-9908-96EE-DB4C-3B30AD736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8167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BDC73-B0C4-521C-359D-8EB9C551B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5509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4AD933-84D7-0791-7D3A-6912B89E8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258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2296A9-8FBD-34BD-757C-6529B91F0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47871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8830CD-5932-C9D1-F714-C0CB0B9F4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2858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Delay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09E919-389B-E157-93BD-36314634A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4859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Route Optimization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016C4B-008C-05C7-9433-C9FEE65F1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64562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Warehouse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57164B-B7A0-71B5-3E75-3AE55D546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7239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Agent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4C6B36-B212-1796-34DD-5F3A60DDE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85185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1842C-985A-C6F1-D35C-88923E1F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ea typeface="Calibri"/>
                <a:cs typeface="Calibri"/>
              </a:rPr>
              <a:t>KPI Dashboard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8EE6A2-A7FF-80D7-A3B8-D0E9A97DB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922" y="1600200"/>
            <a:ext cx="804615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72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Insights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75148A-53B8-D19A-6BEB-D0A790C0F5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920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</a:rPr>
              <a:t>Power BI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B845F-C146-FF8A-AA30-9C6740312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84555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BEB597-C86C-A266-B403-2344D3590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21756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Logistics Optimization for Delivery Routes – Flipkart </vt:lpstr>
      <vt:lpstr>Project Overview</vt:lpstr>
      <vt:lpstr>Objectives</vt:lpstr>
      <vt:lpstr>Dataset Overview</vt:lpstr>
      <vt:lpstr>Data Cleaning</vt:lpstr>
      <vt:lpstr>Delay Analysis</vt:lpstr>
      <vt:lpstr>Route Optimization</vt:lpstr>
      <vt:lpstr>Warehouse Performance</vt:lpstr>
      <vt:lpstr>Agent Performance</vt:lpstr>
      <vt:lpstr>KPI Dashboard</vt:lpstr>
      <vt:lpstr>Key Insights</vt:lpstr>
      <vt:lpstr>Power BI Dashboard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45</cp:revision>
  <dcterms:created xsi:type="dcterms:W3CDTF">2013-01-27T09:14:16Z</dcterms:created>
  <dcterms:modified xsi:type="dcterms:W3CDTF">2026-04-03T09:23:44Z</dcterms:modified>
  <cp:category/>
</cp:coreProperties>
</file>